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88" r:id="rId2"/>
  </p:sldMasterIdLst>
  <p:sldIdLst>
    <p:sldId id="392" r:id="rId3"/>
    <p:sldId id="264" r:id="rId4"/>
    <p:sldId id="393" r:id="rId5"/>
    <p:sldId id="394" r:id="rId6"/>
    <p:sldId id="395" r:id="rId7"/>
    <p:sldId id="39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s" id="{F00D08EA-C5E7-43C7-818B-DE7BCD00014C}">
          <p14:sldIdLst>
            <p14:sldId id="392"/>
            <p14:sldId id="264"/>
          </p14:sldIdLst>
        </p14:section>
        <p14:section name="VPC Endpoint" id="{085149B8-1EFA-4D2F-ACF3-650EECC448DE}">
          <p14:sldIdLst>
            <p14:sldId id="393"/>
            <p14:sldId id="394"/>
          </p14:sldIdLst>
        </p14:section>
        <p14:section name="Roles and Instance Profiles" id="{186CFA18-FB5F-435A-96BF-315107791587}">
          <p14:sldIdLst>
            <p14:sldId id="395"/>
          </p14:sldIdLst>
        </p14:section>
        <p14:section name="Simple Web App HA" id="{07BF3E57-6247-4A49-A94B-1667B1F56C43}">
          <p14:sldIdLst>
            <p14:sldId id="39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DB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6B2-05B9-4D49-BA3A-99ABF146A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176" y="1472540"/>
            <a:ext cx="9650116" cy="2595563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A6CFD-C467-C34F-84AB-0F24ADA4B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550" y="4289067"/>
            <a:ext cx="8827042" cy="379817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240B59-8B9E-2843-8512-A937C907CFD1}"/>
              </a:ext>
            </a:extLst>
          </p:cNvPr>
          <p:cNvCxnSpPr>
            <a:cxnSpLocks/>
          </p:cNvCxnSpPr>
          <p:nvPr/>
        </p:nvCxnSpPr>
        <p:spPr>
          <a:xfrm>
            <a:off x="317770" y="4428736"/>
            <a:ext cx="624339" cy="0"/>
          </a:xfrm>
          <a:prstGeom prst="straightConnector1">
            <a:avLst/>
          </a:prstGeom>
          <a:ln w="25400" cap="sq">
            <a:solidFill>
              <a:srgbClr val="FF9900"/>
            </a:solidFill>
            <a:miter lim="800000"/>
            <a:tailEnd type="arrow" w="lg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6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sub-three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D87C6-B356-424E-B3CE-BAFD413E7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0943" y="2273593"/>
            <a:ext cx="3602396" cy="3584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6CC552A-B953-914E-ACC2-3232A1B16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7E57D10-D182-F649-A03B-8985CEAAE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B9F079-07D6-E944-8B84-A221C329825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294802" y="2273593"/>
            <a:ext cx="3602396" cy="3584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A18462-CDE2-4F4B-A61B-CD6DACFCAE0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326793" y="2273593"/>
            <a:ext cx="3602396" cy="3584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075C3DB-0EE3-BA43-8B55-7C47D3172461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40942" y="1149398"/>
            <a:ext cx="11710116" cy="984201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735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6B2-05B9-4D49-BA3A-99ABF146A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176" y="1472540"/>
            <a:ext cx="9650116" cy="2595563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03470-A184-F041-B0A5-F4466804B872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61E2D"/>
                </a:gs>
                <a:gs pos="99000">
                  <a:srgbClr val="232F3E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1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F3093B-937E-134D-9F7A-A786C79CD531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4D27AA"/>
                </a:gs>
                <a:gs pos="100000">
                  <a:srgbClr val="A166F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CEE998-DD60-8F4E-8C3C-C638B9C4B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40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CEE998-DD60-8F4E-8C3C-C638B9C4B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76EADE-D16B-BE44-A124-BEB443FB224B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B0084D"/>
                </a:gs>
                <a:gs pos="100000">
                  <a:srgbClr val="FF4F8B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37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CEE998-DD60-8F4E-8C3C-C638B9C4B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EFD7A1-B59A-E74B-987E-4F3A5619B92B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E8900"/>
                </a:gs>
                <a:gs pos="100000">
                  <a:srgbClr val="6AAF35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9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CEE998-DD60-8F4E-8C3C-C638B9C4B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3496EC-284D-9741-BC99-3601E0B77DF8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D45B07"/>
                </a:gs>
                <a:gs pos="100000">
                  <a:srgbClr val="FF9900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36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CEE998-DD60-8F4E-8C3C-C638B9C4B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ABE0FF-BF8E-FE44-8BDA-8409E07BCCD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100000">
                  <a:srgbClr val="FF5252"/>
                </a:gs>
                <a:gs pos="0">
                  <a:srgbClr val="BF0816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9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CEE998-DD60-8F4E-8C3C-C638B9C4B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50AC82-3443-3549-9942-0C4A203E5D7E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2E27AD"/>
                </a:gs>
                <a:gs pos="100000">
                  <a:srgbClr val="527FF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2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CEE998-DD60-8F4E-8C3C-C638B9C4B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E7BC8E-AC3C-8144-AA7D-EE13166FF4DA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067F68"/>
                </a:gs>
                <a:gs pos="100000">
                  <a:srgbClr val="16BF9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7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ral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© 2020, Amazon Web Services, Inc. or its affiliates. All rights reserved.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207C19A-10F2-DC4C-A114-BD06DDA4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528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General_DB_with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207C19A-10F2-DC4C-A114-BD06DDA4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66181-F864-C343-A88F-DB7DCD541A87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61E2D"/>
                </a:gs>
                <a:gs pos="99000">
                  <a:srgbClr val="232F3E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82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General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7E2AA1-D28E-9D46-A6F6-00A2AED59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A3C39-7C78-5045-880C-C965591F6342}"/>
              </a:ext>
            </a:extLst>
          </p:cNvPr>
          <p:cNvSpPr/>
          <p:nvPr/>
        </p:nvSpPr>
        <p:spPr>
          <a:xfrm>
            <a:off x="0" y="1009404"/>
            <a:ext cx="12192000" cy="155733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D3CDE21-FCDE-5A4B-96F3-1AFD7A384682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General Services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2623813-1B5B-E74B-8EA6-772F60BAE2EC}"/>
              </a:ext>
            </a:extLst>
          </p:cNvPr>
          <p:cNvSpPr txBox="1">
            <a:spLocks/>
          </p:cNvSpPr>
          <p:nvPr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Resource Icons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5E8E0D-B7B0-A343-AFAD-10F5D3252BB0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0CF80B5E-C510-0141-968B-86F24570A5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307D0B-9AEF-8446-9398-7628B111C4DC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61E2D"/>
                </a:gs>
                <a:gs pos="99000">
                  <a:srgbClr val="232F3E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53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General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B53F9915-2A7D-6B4E-8069-EAE27EA3B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F0419D2-0F6E-A94A-A117-4971321D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3A1EA0CD-9ADF-8245-B581-FEF1037B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988C6-9039-F34D-9F04-39C99D7C21D7}"/>
              </a:ext>
            </a:extLst>
          </p:cNvPr>
          <p:cNvSpPr/>
          <p:nvPr/>
        </p:nvSpPr>
        <p:spPr>
          <a:xfrm>
            <a:off x="0" y="1009404"/>
            <a:ext cx="12192000" cy="155733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82D076E-96F8-404A-ABEC-021601E90E52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Service Icon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D8991F36-509F-354F-ABF5-B478E61DD022}"/>
              </a:ext>
            </a:extLst>
          </p:cNvPr>
          <p:cNvSpPr txBox="1">
            <a:spLocks/>
          </p:cNvSpPr>
          <p:nvPr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Resource Icon(s)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A7A3C0-2823-2145-83B9-0FC2E4B857CF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DC349AB7-271C-9F43-B8F8-00A1007968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09EAC6D-9EC0-2E48-957C-C1BFB92DEF00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4D27AA"/>
                </a:gs>
                <a:gs pos="100000">
                  <a:srgbClr val="A166F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97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General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B53F9915-2A7D-6B4E-8069-EAE27EA3B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F0419D2-0F6E-A94A-A117-4971321D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3A1EA0CD-9ADF-8245-B581-FEF1037B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988C6-9039-F34D-9F04-39C99D7C21D7}"/>
              </a:ext>
            </a:extLst>
          </p:cNvPr>
          <p:cNvSpPr/>
          <p:nvPr/>
        </p:nvSpPr>
        <p:spPr>
          <a:xfrm>
            <a:off x="0" y="1009404"/>
            <a:ext cx="12192000" cy="155733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82D076E-96F8-404A-ABEC-021601E90E52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Service Icon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D8991F36-509F-354F-ABF5-B478E61DD022}"/>
              </a:ext>
            </a:extLst>
          </p:cNvPr>
          <p:cNvSpPr txBox="1">
            <a:spLocks/>
          </p:cNvSpPr>
          <p:nvPr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Resource Icon(s)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A7A3C0-2823-2145-83B9-0FC2E4B857CF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DC349AB7-271C-9F43-B8F8-00A1007968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D18860-F447-4748-A7D9-7D14D881878C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B0084D"/>
                </a:gs>
                <a:gs pos="100000">
                  <a:srgbClr val="FF4F8B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39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General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B53F9915-2A7D-6B4E-8069-EAE27EA3B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F0419D2-0F6E-A94A-A117-4971321D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3A1EA0CD-9ADF-8245-B581-FEF1037B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988C6-9039-F34D-9F04-39C99D7C21D7}"/>
              </a:ext>
            </a:extLst>
          </p:cNvPr>
          <p:cNvSpPr/>
          <p:nvPr/>
        </p:nvSpPr>
        <p:spPr>
          <a:xfrm>
            <a:off x="0" y="1009404"/>
            <a:ext cx="12192000" cy="155733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82D076E-96F8-404A-ABEC-021601E90E52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Service Icon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D8991F36-509F-354F-ABF5-B478E61DD022}"/>
              </a:ext>
            </a:extLst>
          </p:cNvPr>
          <p:cNvSpPr txBox="1">
            <a:spLocks/>
          </p:cNvSpPr>
          <p:nvPr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Resource Icon(s)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A7A3C0-2823-2145-83B9-0FC2E4B857CF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DC349AB7-271C-9F43-B8F8-00A1007968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B360B6-FAE5-C640-A813-D467F2756C1F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E8900"/>
                </a:gs>
                <a:gs pos="100000">
                  <a:srgbClr val="6AAF35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35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General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B53F9915-2A7D-6B4E-8069-EAE27EA3B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F0419D2-0F6E-A94A-A117-4971321D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3A1EA0CD-9ADF-8245-B581-FEF1037B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988C6-9039-F34D-9F04-39C99D7C21D7}"/>
              </a:ext>
            </a:extLst>
          </p:cNvPr>
          <p:cNvSpPr/>
          <p:nvPr/>
        </p:nvSpPr>
        <p:spPr>
          <a:xfrm>
            <a:off x="0" y="1009404"/>
            <a:ext cx="12192000" cy="155733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82D076E-96F8-404A-ABEC-021601E90E52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Service Icon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D8991F36-509F-354F-ABF5-B478E61DD022}"/>
              </a:ext>
            </a:extLst>
          </p:cNvPr>
          <p:cNvSpPr txBox="1">
            <a:spLocks/>
          </p:cNvSpPr>
          <p:nvPr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Storage Classes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A7A3C0-2823-2145-83B9-0FC2E4B857CF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DC349AB7-271C-9F43-B8F8-00A1007968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B360B6-FAE5-C640-A813-D467F2756C1F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E8900"/>
                </a:gs>
                <a:gs pos="100000">
                  <a:srgbClr val="6AAF35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6CC5776-F59B-6D40-BC96-56A9FA66577B}"/>
              </a:ext>
            </a:extLst>
          </p:cNvPr>
          <p:cNvSpPr txBox="1">
            <a:spLocks/>
          </p:cNvSpPr>
          <p:nvPr/>
        </p:nvSpPr>
        <p:spPr>
          <a:xfrm>
            <a:off x="240941" y="4370857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Resource Icon(s)</a:t>
            </a:r>
          </a:p>
        </p:txBody>
      </p:sp>
    </p:spTree>
    <p:extLst>
      <p:ext uri="{BB962C8B-B14F-4D97-AF65-F5344CB8AC3E}">
        <p14:creationId xmlns:p14="http://schemas.microsoft.com/office/powerpoint/2010/main" val="23649851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General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B53F9915-2A7D-6B4E-8069-EAE27EA3B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F0419D2-0F6E-A94A-A117-4971321D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3A1EA0CD-9ADF-8245-B581-FEF1037B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988C6-9039-F34D-9F04-39C99D7C21D7}"/>
              </a:ext>
            </a:extLst>
          </p:cNvPr>
          <p:cNvSpPr/>
          <p:nvPr/>
        </p:nvSpPr>
        <p:spPr>
          <a:xfrm>
            <a:off x="0" y="1009404"/>
            <a:ext cx="12192000" cy="155733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82D076E-96F8-404A-ABEC-021601E90E52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Service Icon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D8991F36-509F-354F-ABF5-B478E61DD022}"/>
              </a:ext>
            </a:extLst>
          </p:cNvPr>
          <p:cNvSpPr txBox="1">
            <a:spLocks/>
          </p:cNvSpPr>
          <p:nvPr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Resource Icon(s)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A7A3C0-2823-2145-83B9-0FC2E4B857CF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DC349AB7-271C-9F43-B8F8-00A1007968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E0BCC1-6E3C-7B4F-8A75-26A7122040A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D45B07"/>
                </a:gs>
                <a:gs pos="100000">
                  <a:srgbClr val="FF9900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187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General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B53F9915-2A7D-6B4E-8069-EAE27EA3B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F0419D2-0F6E-A94A-A117-4971321D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3A1EA0CD-9ADF-8245-B581-FEF1037B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988C6-9039-F34D-9F04-39C99D7C21D7}"/>
              </a:ext>
            </a:extLst>
          </p:cNvPr>
          <p:cNvSpPr/>
          <p:nvPr/>
        </p:nvSpPr>
        <p:spPr>
          <a:xfrm>
            <a:off x="0" y="1009404"/>
            <a:ext cx="12192000" cy="155733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82D076E-96F8-404A-ABEC-021601E90E52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Service Icon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D8991F36-509F-354F-ABF5-B478E61DD022}"/>
              </a:ext>
            </a:extLst>
          </p:cNvPr>
          <p:cNvSpPr txBox="1">
            <a:spLocks/>
          </p:cNvSpPr>
          <p:nvPr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Instances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A7A3C0-2823-2145-83B9-0FC2E4B857CF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DC349AB7-271C-9F43-B8F8-00A1007968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E0BCC1-6E3C-7B4F-8A75-26A7122040A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D45B07"/>
                </a:gs>
                <a:gs pos="100000">
                  <a:srgbClr val="FF9900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78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General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B53F9915-2A7D-6B4E-8069-EAE27EA3B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F0419D2-0F6E-A94A-A117-4971321D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3A1EA0CD-9ADF-8245-B581-FEF1037B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988C6-9039-F34D-9F04-39C99D7C21D7}"/>
              </a:ext>
            </a:extLst>
          </p:cNvPr>
          <p:cNvSpPr/>
          <p:nvPr/>
        </p:nvSpPr>
        <p:spPr>
          <a:xfrm>
            <a:off x="0" y="1009404"/>
            <a:ext cx="12192000" cy="155733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82D076E-96F8-404A-ABEC-021601E90E52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Service Icon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D8991F36-509F-354F-ABF5-B478E61DD022}"/>
              </a:ext>
            </a:extLst>
          </p:cNvPr>
          <p:cNvSpPr txBox="1">
            <a:spLocks/>
          </p:cNvSpPr>
          <p:nvPr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Resource Icon(s)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A7A3C0-2823-2145-83B9-0FC2E4B857CF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DC349AB7-271C-9F43-B8F8-00A1007968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CF7255-A2E0-BA4C-B1F1-4BC49D6E7ADE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100000">
                  <a:srgbClr val="FF5252"/>
                </a:gs>
                <a:gs pos="0">
                  <a:srgbClr val="BF0816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338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General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B53F9915-2A7D-6B4E-8069-EAE27EA3B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F0419D2-0F6E-A94A-A117-4971321D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3A1EA0CD-9ADF-8245-B581-FEF1037B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988C6-9039-F34D-9F04-39C99D7C21D7}"/>
              </a:ext>
            </a:extLst>
          </p:cNvPr>
          <p:cNvSpPr/>
          <p:nvPr/>
        </p:nvSpPr>
        <p:spPr>
          <a:xfrm>
            <a:off x="0" y="1009404"/>
            <a:ext cx="12192000" cy="155733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82D076E-96F8-404A-ABEC-021601E90E52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Service Icon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D8991F36-509F-354F-ABF5-B478E61DD022}"/>
              </a:ext>
            </a:extLst>
          </p:cNvPr>
          <p:cNvSpPr txBox="1">
            <a:spLocks/>
          </p:cNvSpPr>
          <p:nvPr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Resource Icon(s)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A7A3C0-2823-2145-83B9-0FC2E4B857CF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DC349AB7-271C-9F43-B8F8-00A1007968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BFB82A-8CE3-D544-B627-8F458992E81D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2E27AD"/>
                </a:gs>
                <a:gs pos="100000">
                  <a:srgbClr val="527FF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0243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General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B53F9915-2A7D-6B4E-8069-EAE27EA3B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F0419D2-0F6E-A94A-A117-4971321D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3A1EA0CD-9ADF-8245-B581-FEF1037B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988C6-9039-F34D-9F04-39C99D7C21D7}"/>
              </a:ext>
            </a:extLst>
          </p:cNvPr>
          <p:cNvSpPr/>
          <p:nvPr/>
        </p:nvSpPr>
        <p:spPr>
          <a:xfrm>
            <a:off x="0" y="1009404"/>
            <a:ext cx="12192000" cy="155733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82D076E-96F8-404A-ABEC-021601E90E52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Service Icon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D8991F36-509F-354F-ABF5-B478E61DD022}"/>
              </a:ext>
            </a:extLst>
          </p:cNvPr>
          <p:cNvSpPr txBox="1">
            <a:spLocks/>
          </p:cNvSpPr>
          <p:nvPr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Resource Icon(s)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A7A3C0-2823-2145-83B9-0FC2E4B857CF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DC349AB7-271C-9F43-B8F8-00A1007968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AB7422-5BB5-5449-8537-8C172DB748F7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067F68"/>
                </a:gs>
                <a:gs pos="100000">
                  <a:srgbClr val="16BF9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603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con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/>
        </p:nvSpPr>
        <p:spPr>
          <a:xfrm>
            <a:off x="88135" y="1009404"/>
            <a:ext cx="11999090" cy="491431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Resource Icons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B015D20-A832-4E40-B9E4-78869EBFCAB1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2E27AD"/>
                </a:gs>
                <a:gs pos="100000">
                  <a:srgbClr val="527FF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ED6FDA10-67FD-9241-9D4E-DBA923DCBE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46634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con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/>
        </p:nvSpPr>
        <p:spPr>
          <a:xfrm>
            <a:off x="88135" y="1009404"/>
            <a:ext cx="11999090" cy="491431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IoT Resources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ED6FDA10-67FD-9241-9D4E-DBA923DCBE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FE91D3-49E5-E249-BDF8-1606470BB9CF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E8900"/>
                </a:gs>
                <a:gs pos="100000">
                  <a:srgbClr val="6AAF35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432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con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/>
        </p:nvSpPr>
        <p:spPr>
          <a:xfrm>
            <a:off x="88135" y="1009404"/>
            <a:ext cx="11999090" cy="4914318"/>
          </a:xfrm>
          <a:prstGeom prst="rect">
            <a:avLst/>
          </a:prstGeom>
          <a:solidFill>
            <a:srgbClr val="444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IoT Things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ED6FDA10-67FD-9241-9D4E-DBA923DCBE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FE91D3-49E5-E249-BDF8-1606470BB9CF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E8900"/>
                </a:gs>
                <a:gs pos="100000">
                  <a:srgbClr val="6AAF35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075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-col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D87C6-B356-424E-B3CE-BAFD413E7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0942" y="2273592"/>
            <a:ext cx="5669528" cy="3584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448A3-D8C1-3340-A6A8-7D6328DF2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530" y="2273592"/>
            <a:ext cx="5669528" cy="3584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6CC552A-B953-914E-ACC2-3232A1B16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7E57D10-D182-F649-A03B-8985CEAAE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45D864-C914-0941-B538-011AA5B9A179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40942" y="1149398"/>
            <a:ext cx="11710116" cy="984201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1685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General_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32892E-F211-1F4E-8D65-A657F68C8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D40801-EB97-6641-ABEB-4E714443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207C19A-10F2-DC4C-A114-BD06DDA4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72068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45274BF-3829-D24D-BB45-67B2DEED76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2020, Amazon Web Services, Inc. or its affiliates. All rights reserved.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6AD46A9-9581-D540-AA79-345601FA5D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7CDC3-FDDA-584B-8A00-88B0260C02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1231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1178EA3-F808-FA40-ACC0-1278A828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DCDB717-310E-424D-A7F5-A189A8D5E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3EE2863-F89C-E44E-9F83-78E85096D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0D7CE37-E491-324E-9E5C-EA9CE0B3C94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0941" y="1175657"/>
            <a:ext cx="11710118" cy="4727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894913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D87C6-B356-424E-B3CE-BAFD413E7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0942" y="1175657"/>
            <a:ext cx="5669528" cy="4727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448A3-D8C1-3340-A6A8-7D6328DF2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530" y="1175657"/>
            <a:ext cx="5669528" cy="4727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6CC552A-B953-914E-ACC2-3232A1B16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7E57D10-D182-F649-A03B-8985CEAAE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8112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-col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D87C6-B356-424E-B3CE-BAFD413E7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0942" y="2273592"/>
            <a:ext cx="5669528" cy="3584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448A3-D8C1-3340-A6A8-7D6328DF2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530" y="2273592"/>
            <a:ext cx="5669528" cy="3584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6CC552A-B953-914E-ACC2-3232A1B16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7E57D10-D182-F649-A03B-8985CEAAE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45D864-C914-0941-B538-011AA5B9A179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40942" y="1149398"/>
            <a:ext cx="11710116" cy="984201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36212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hree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D87C6-B356-424E-B3CE-BAFD413E7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0943" y="1175657"/>
            <a:ext cx="3602396" cy="4727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6CC552A-B953-914E-ACC2-3232A1B16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7E57D10-D182-F649-A03B-8985CEAAE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B9F079-07D6-E944-8B84-A221C329825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294802" y="1175657"/>
            <a:ext cx="3602396" cy="4727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A18462-CDE2-4F4B-A61B-CD6DACFCAE0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326793" y="1175657"/>
            <a:ext cx="3602396" cy="4727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640734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-three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D87C6-B356-424E-B3CE-BAFD413E7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0943" y="2273593"/>
            <a:ext cx="3602396" cy="3584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6CC552A-B953-914E-ACC2-3232A1B16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7E57D10-D182-F649-A03B-8985CEAAE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B9F079-07D6-E944-8B84-A221C329825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294802" y="2273593"/>
            <a:ext cx="3602396" cy="3584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A18462-CDE2-4F4B-A61B-CD6DACFCAE0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326793" y="2273593"/>
            <a:ext cx="3602396" cy="3584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075C3DB-0EE3-BA43-8B55-7C47D3172461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40942" y="1149398"/>
            <a:ext cx="11710116" cy="984201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75429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6855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EEA4934-2A8E-3D41-B741-DE7A764CE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558EEF5-5FFC-AD48-933C-0DD31874C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7682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Squ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6B2-05B9-4D49-BA3A-99ABF146A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E9662-1515-7846-9C78-91AB84F8129A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61E2D"/>
                </a:gs>
                <a:gs pos="99000">
                  <a:srgbClr val="232F3E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AE000E7-64D7-D147-B698-4251E8220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F238DF-569C-434C-A699-E51ADF754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6367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-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0" y="1009404"/>
            <a:ext cx="12192000" cy="155733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General Services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DFC5BC-621F-BD4D-B374-E014343811D3}"/>
              </a:ext>
            </a:extLst>
          </p:cNvPr>
          <p:cNvSpPr txBox="1">
            <a:spLocks/>
          </p:cNvSpPr>
          <p:nvPr userDrawn="1"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Resource Icons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06F1EA21-81DA-5A4B-9469-25634A5307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5D368C-D33D-EF42-B0DE-9D9A331543EF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61E2D"/>
                </a:gs>
                <a:gs pos="99000">
                  <a:srgbClr val="232F3E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279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-Services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51AF7F-312F-0542-A9ED-B2FF0DA4D6D1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61E2D"/>
                </a:gs>
                <a:gs pos="99000">
                  <a:srgbClr val="232F3E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839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Purple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6B2-05B9-4D49-BA3A-99ABF146A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E9662-1515-7846-9C78-91AB84F8129A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4D27AA"/>
                </a:gs>
                <a:gs pos="100000">
                  <a:srgbClr val="A166F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AE000E7-64D7-D147-B698-4251E8220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F238DF-569C-434C-A699-E51ADF754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3111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780261-3789-244F-B9BB-76F9327EAC2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4D27AA"/>
                </a:gs>
                <a:gs pos="100000">
                  <a:srgbClr val="A166F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98768" y="1009404"/>
            <a:ext cx="11999090" cy="155733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Service Icon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DFC5BC-621F-BD4D-B374-E014343811D3}"/>
              </a:ext>
            </a:extLst>
          </p:cNvPr>
          <p:cNvSpPr txBox="1">
            <a:spLocks/>
          </p:cNvSpPr>
          <p:nvPr userDrawn="1"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Resource Icon(s)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0FB48715-5720-1948-9EBD-02110C7CC8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5187782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6B2-05B9-4D49-BA3A-99ABF146A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E9662-1515-7846-9C78-91AB84F8129A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B0084D"/>
                </a:gs>
                <a:gs pos="100000">
                  <a:srgbClr val="FF4F8B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AE000E7-64D7-D147-B698-4251E8220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F238DF-569C-434C-A699-E51ADF754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2723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88135" y="1009404"/>
            <a:ext cx="11999090" cy="155733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Service Icon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DFC5BC-621F-BD4D-B374-E014343811D3}"/>
              </a:ext>
            </a:extLst>
          </p:cNvPr>
          <p:cNvSpPr txBox="1">
            <a:spLocks/>
          </p:cNvSpPr>
          <p:nvPr userDrawn="1"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Resource Icon(s)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83F733D-85CE-FB46-B1D3-963791449BEC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B0084D"/>
                </a:gs>
                <a:gs pos="100000">
                  <a:srgbClr val="FF4F8B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F12AE10E-078F-804F-9AD5-CDE64C853C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6884054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6B2-05B9-4D49-BA3A-99ABF146A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E9662-1515-7846-9C78-91AB84F8129A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E8900"/>
                </a:gs>
                <a:gs pos="100000">
                  <a:srgbClr val="6AAF35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AE000E7-64D7-D147-B698-4251E8220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F238DF-569C-434C-A699-E51ADF754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42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88135" y="1009404"/>
            <a:ext cx="11999090" cy="155733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Service Icon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DFC5BC-621F-BD4D-B374-E014343811D3}"/>
              </a:ext>
            </a:extLst>
          </p:cNvPr>
          <p:cNvSpPr txBox="1">
            <a:spLocks/>
          </p:cNvSpPr>
          <p:nvPr userDrawn="1"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Resource Icon(s)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B491474-502F-CB41-9F84-79DE24F3984A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E8900"/>
                </a:gs>
                <a:gs pos="100000">
                  <a:srgbClr val="6AAF35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4B1180FA-C20F-4340-836A-5B39546E46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2532512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88135" y="1009404"/>
            <a:ext cx="11999090" cy="155733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Service Icon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DFC5BC-621F-BD4D-B374-E014343811D3}"/>
              </a:ext>
            </a:extLst>
          </p:cNvPr>
          <p:cNvSpPr txBox="1">
            <a:spLocks/>
          </p:cNvSpPr>
          <p:nvPr userDrawn="1"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Resource Icon(s)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B491474-502F-CB41-9F84-79DE24F3984A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E8900"/>
                </a:gs>
                <a:gs pos="100000">
                  <a:srgbClr val="6AAF35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4B1180FA-C20F-4340-836A-5B39546E46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9396867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sources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88135" y="1009404"/>
            <a:ext cx="11999090" cy="491431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IoT Resources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B491474-502F-CB41-9F84-79DE24F3984A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E8900"/>
                </a:gs>
                <a:gs pos="100000">
                  <a:srgbClr val="6AAF35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4B1180FA-C20F-4340-836A-5B39546E46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997783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sources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88135" y="1009404"/>
            <a:ext cx="11999090" cy="491431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IoT Things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B491474-502F-CB41-9F84-79DE24F3984A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1E8900"/>
                </a:gs>
                <a:gs pos="100000">
                  <a:srgbClr val="6AAF35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4B1180FA-C20F-4340-836A-5B39546E46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6609987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6B2-05B9-4D49-BA3A-99ABF146A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E9662-1515-7846-9C78-91AB84F8129A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D45B07"/>
                </a:gs>
                <a:gs pos="100000">
                  <a:srgbClr val="FF9900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AE000E7-64D7-D147-B698-4251E8220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F238DF-569C-434C-A699-E51ADF754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1048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88135" y="1009404"/>
            <a:ext cx="11999090" cy="155733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Service Icon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DFC5BC-621F-BD4D-B374-E014343811D3}"/>
              </a:ext>
            </a:extLst>
          </p:cNvPr>
          <p:cNvSpPr txBox="1">
            <a:spLocks/>
          </p:cNvSpPr>
          <p:nvPr userDrawn="1"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Resource Icon(s)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E7AB4AE-E0BE-314A-8CA5-244CAEB087E4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D45B07"/>
                </a:gs>
                <a:gs pos="100000">
                  <a:srgbClr val="FF9900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2A62E79-E4B4-554D-B049-F72881B22B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0583496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ances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88135" y="1009404"/>
            <a:ext cx="11999090" cy="155733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Service Icon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DFC5BC-621F-BD4D-B374-E014343811D3}"/>
              </a:ext>
            </a:extLst>
          </p:cNvPr>
          <p:cNvSpPr txBox="1">
            <a:spLocks/>
          </p:cNvSpPr>
          <p:nvPr userDrawn="1"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Instances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E7AB4AE-E0BE-314A-8CA5-244CAEB087E4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D45B07"/>
                </a:gs>
                <a:gs pos="100000">
                  <a:srgbClr val="FF9900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51C8E2B8-601E-1A45-AFD4-63CA944F4C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4631436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tances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88135" y="1009404"/>
            <a:ext cx="11999090" cy="155733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Service Icon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DFC5BC-621F-BD4D-B374-E014343811D3}"/>
              </a:ext>
            </a:extLst>
          </p:cNvPr>
          <p:cNvSpPr txBox="1">
            <a:spLocks/>
          </p:cNvSpPr>
          <p:nvPr userDrawn="1"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Instances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E7AB4AE-E0BE-314A-8CA5-244CAEB087E4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D45B07"/>
                </a:gs>
                <a:gs pos="100000">
                  <a:srgbClr val="FF9900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DE2C1AA-04A1-6049-87A3-38B13A3B1B1A}"/>
              </a:ext>
            </a:extLst>
          </p:cNvPr>
          <p:cNvSpPr txBox="1">
            <a:spLocks/>
          </p:cNvSpPr>
          <p:nvPr userDrawn="1"/>
        </p:nvSpPr>
        <p:spPr>
          <a:xfrm>
            <a:off x="4373218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Resource Icons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A84D74-948D-F240-BB93-8271BA6D9014}"/>
              </a:ext>
            </a:extLst>
          </p:cNvPr>
          <p:cNvCxnSpPr>
            <a:cxnSpLocks/>
          </p:cNvCxnSpPr>
          <p:nvPr userDrawn="1"/>
        </p:nvCxnSpPr>
        <p:spPr>
          <a:xfrm>
            <a:off x="4238295" y="1009404"/>
            <a:ext cx="0" cy="155733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939804-D21E-D849-8557-321A5BD8E70A}"/>
              </a:ext>
            </a:extLst>
          </p:cNvPr>
          <p:cNvCxnSpPr>
            <a:cxnSpLocks/>
          </p:cNvCxnSpPr>
          <p:nvPr userDrawn="1"/>
        </p:nvCxnSpPr>
        <p:spPr>
          <a:xfrm>
            <a:off x="6250224" y="1009404"/>
            <a:ext cx="0" cy="155733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51C8E2B8-601E-1A45-AFD4-63CA944F4C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2452512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6B2-05B9-4D49-BA3A-99ABF146A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E9662-1515-7846-9C78-91AB84F8129A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100000">
                  <a:srgbClr val="FF5252"/>
                </a:gs>
                <a:gs pos="0">
                  <a:srgbClr val="BF0816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AE000E7-64D7-D147-B698-4251E8220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F238DF-569C-434C-A699-E51ADF754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63678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88135" y="1009404"/>
            <a:ext cx="11999090" cy="155733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Service Icon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DFC5BC-621F-BD4D-B374-E014343811D3}"/>
              </a:ext>
            </a:extLst>
          </p:cNvPr>
          <p:cNvSpPr txBox="1">
            <a:spLocks/>
          </p:cNvSpPr>
          <p:nvPr userDrawn="1"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Resource Icon(s)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D18425B-BE4E-E743-8615-0EF25F552518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100000">
                  <a:srgbClr val="FF5252"/>
                </a:gs>
                <a:gs pos="0">
                  <a:srgbClr val="BF0816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734B9127-FC3D-9845-AB17-D6D8304C65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3800770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6B2-05B9-4D49-BA3A-99ABF146A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E9662-1515-7846-9C78-91AB84F8129A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2E27AD"/>
                </a:gs>
                <a:gs pos="100000">
                  <a:srgbClr val="527FF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AE000E7-64D7-D147-B698-4251E8220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F238DF-569C-434C-A699-E51ADF754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760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88135" y="1009404"/>
            <a:ext cx="11999090" cy="155733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Service Icon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DFC5BC-621F-BD4D-B374-E014343811D3}"/>
              </a:ext>
            </a:extLst>
          </p:cNvPr>
          <p:cNvSpPr txBox="1">
            <a:spLocks/>
          </p:cNvSpPr>
          <p:nvPr userDrawn="1"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Resource Icon(s)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B015D20-A832-4E40-B9E4-78869EBFCAB1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2E27AD"/>
                </a:gs>
                <a:gs pos="100000">
                  <a:srgbClr val="527FF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ED6FDA10-67FD-9241-9D4E-DBA923DCBE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274002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88135" y="1009404"/>
            <a:ext cx="11999090" cy="491431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Resource Icons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B015D20-A832-4E40-B9E4-78869EBFCAB1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2E27AD"/>
                </a:gs>
                <a:gs pos="100000">
                  <a:srgbClr val="527FF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ED6FDA10-67FD-9241-9D4E-DBA923DCBE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42158054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6B2-05B9-4D49-BA3A-99ABF146A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E9662-1515-7846-9C78-91AB84F8129A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067F68"/>
                </a:gs>
                <a:gs pos="100000">
                  <a:srgbClr val="16BF9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AE000E7-64D7-D147-B698-4251E8220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F238DF-569C-434C-A699-E51ADF754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07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616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8638016" cy="644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EA53-7DF5-3E4A-BE06-C8B6C32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D6B4DD-DFB4-3645-8D50-37C465077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1863D-795B-5E44-9A45-6E81D38C9C46}"/>
              </a:ext>
            </a:extLst>
          </p:cNvPr>
          <p:cNvSpPr/>
          <p:nvPr userDrawn="1"/>
        </p:nvSpPr>
        <p:spPr>
          <a:xfrm>
            <a:off x="88135" y="1009404"/>
            <a:ext cx="11999090" cy="155733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AB495D-785C-3243-A363-1CB72AD31604}"/>
              </a:ext>
            </a:extLst>
          </p:cNvPr>
          <p:cNvSpPr txBox="1">
            <a:spLocks/>
          </p:cNvSpPr>
          <p:nvPr userDrawn="1"/>
        </p:nvSpPr>
        <p:spPr>
          <a:xfrm>
            <a:off x="240941" y="1465934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Service Icon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DFC5BC-621F-BD4D-B374-E014343811D3}"/>
              </a:ext>
            </a:extLst>
          </p:cNvPr>
          <p:cNvSpPr txBox="1">
            <a:spLocks/>
          </p:cNvSpPr>
          <p:nvPr userDrawn="1"/>
        </p:nvSpPr>
        <p:spPr>
          <a:xfrm>
            <a:off x="240941" y="2844160"/>
            <a:ext cx="1905911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Resource Icon(s)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FCBB97-E1CB-5C4C-8E87-45FCAB854406}"/>
              </a:ext>
            </a:extLst>
          </p:cNvPr>
          <p:cNvCxnSpPr/>
          <p:nvPr userDrawn="1"/>
        </p:nvCxnSpPr>
        <p:spPr>
          <a:xfrm>
            <a:off x="2226366" y="1009404"/>
            <a:ext cx="0" cy="4914318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484AAD1-4F38-5448-95DA-2EF134C2FED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067F68"/>
                </a:gs>
                <a:gs pos="100000">
                  <a:srgbClr val="16BF9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F1ACC603-6326-454F-8DB6-8BB023F9A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2751" y="365125"/>
            <a:ext cx="1628307" cy="644525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11698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33" Type="http://schemas.openxmlformats.org/officeDocument/2006/relationships/image" Target="../media/image3.svg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29" Type="http://schemas.openxmlformats.org/officeDocument/2006/relationships/slideLayout" Target="../slideLayouts/slideLayout57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Relationship Id="rId30" Type="http://schemas.openxmlformats.org/officeDocument/2006/relationships/slideLayout" Target="../slideLayouts/slideLayout58.xml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EDF12D-761B-1745-A3C1-254733AF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6200A-1580-7B45-8218-D36A8E361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941" y="1175657"/>
            <a:ext cx="11710118" cy="4727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FDD636-DBF5-B647-9A38-62855FDA742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80698" y="6236057"/>
            <a:ext cx="585392" cy="351235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D8E3F11-A3CF-3541-AB3B-A9598B489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9B2726-9196-4E0A-A81B-1DEA7E3D758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659FC0-6F4E-4743-AB20-9E5DB79D9BB3}"/>
              </a:ext>
            </a:extLst>
          </p:cNvPr>
          <p:cNvCxnSpPr>
            <a:cxnSpLocks/>
          </p:cNvCxnSpPr>
          <p:nvPr/>
        </p:nvCxnSpPr>
        <p:spPr>
          <a:xfrm>
            <a:off x="280698" y="6070947"/>
            <a:ext cx="11670360" cy="0"/>
          </a:xfrm>
          <a:prstGeom prst="line">
            <a:avLst/>
          </a:prstGeom>
          <a:ln w="28575">
            <a:solidFill>
              <a:srgbClr val="272F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649ED-92BB-804A-A4D2-48960466F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4563" y="6229111"/>
            <a:ext cx="57288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147241-93E2-9046-8BF0-6F4B9DB09E9E}"/>
              </a:ext>
            </a:extLst>
          </p:cNvPr>
          <p:cNvCxnSpPr>
            <a:cxnSpLocks/>
          </p:cNvCxnSpPr>
          <p:nvPr/>
        </p:nvCxnSpPr>
        <p:spPr>
          <a:xfrm>
            <a:off x="284814" y="6062706"/>
            <a:ext cx="11670360" cy="0"/>
          </a:xfrm>
          <a:prstGeom prst="line">
            <a:avLst/>
          </a:prstGeom>
          <a:ln w="28575">
            <a:solidFill>
              <a:srgbClr val="444D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90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60" r:id="rId27"/>
    <p:sldLayoutId id="2147483719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EDF12D-761B-1745-A3C1-254733AF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6200A-1580-7B45-8218-D36A8E361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941" y="1175657"/>
            <a:ext cx="11710118" cy="4727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FC540-A845-044F-9D08-8CCD18A3A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550" y="6250334"/>
            <a:ext cx="446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19088-B55D-A741-B8EF-198428D1B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6677" y="6250334"/>
            <a:ext cx="28443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C588C1-1042-BC47-B84D-2032ED7FAC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5A05310-7C68-F24A-8AD5-524DF8F5690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80698" y="6239222"/>
            <a:ext cx="585391" cy="34807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698" y="6070947"/>
            <a:ext cx="11670360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345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rgbClr val="161E2D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rgbClr val="161E2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rgbClr val="161E2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161E2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61E2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svg"/><Relationship Id="rId18" Type="http://schemas.openxmlformats.org/officeDocument/2006/relationships/image" Target="../media/image33.svg"/><Relationship Id="rId3" Type="http://schemas.openxmlformats.org/officeDocument/2006/relationships/image" Target="../media/image7.svg"/><Relationship Id="rId21" Type="http://schemas.openxmlformats.org/officeDocument/2006/relationships/image" Target="../media/image12.pn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6.png"/><Relationship Id="rId16" Type="http://schemas.openxmlformats.org/officeDocument/2006/relationships/image" Target="../media/image31.svg"/><Relationship Id="rId20" Type="http://schemas.openxmlformats.org/officeDocument/2006/relationships/image" Target="../media/image35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11.sv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0.png"/><Relationship Id="rId9" Type="http://schemas.openxmlformats.org/officeDocument/2006/relationships/image" Target="../media/image24.svg"/><Relationship Id="rId14" Type="http://schemas.openxmlformats.org/officeDocument/2006/relationships/image" Target="../media/image29.png"/><Relationship Id="rId22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18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8.png"/><Relationship Id="rId7" Type="http://schemas.openxmlformats.org/officeDocument/2006/relationships/image" Target="../media/image4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3.png"/><Relationship Id="rId5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8.png"/><Relationship Id="rId7" Type="http://schemas.openxmlformats.org/officeDocument/2006/relationships/image" Target="../media/image49.png"/><Relationship Id="rId12" Type="http://schemas.openxmlformats.org/officeDocument/2006/relationships/image" Target="../media/image5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0.png"/><Relationship Id="rId11" Type="http://schemas.openxmlformats.org/officeDocument/2006/relationships/image" Target="../media/image19.png"/><Relationship Id="rId5" Type="http://schemas.openxmlformats.org/officeDocument/2006/relationships/image" Target="../media/image4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AFB24-28A0-474A-99C1-CFDDBBB43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2020, Amazon Web Services, Inc. or its affiliates.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0B7B31-F39D-D84D-8C42-438322557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1C588C1-1042-BC47-B84D-2032ED7FAC9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FF494A-45B4-5F41-BBBC-D34937543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elements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0C04DD-2353-664C-9FF2-68BAC3E29FAA}"/>
              </a:ext>
            </a:extLst>
          </p:cNvPr>
          <p:cNvSpPr txBox="1"/>
          <p:nvPr/>
        </p:nvSpPr>
        <p:spPr>
          <a:xfrm>
            <a:off x="379497" y="1798784"/>
            <a:ext cx="2570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Layered groups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86C22A-2872-E343-A630-93CBFB4AE72B}"/>
              </a:ext>
            </a:extLst>
          </p:cNvPr>
          <p:cNvSpPr txBox="1"/>
          <p:nvPr/>
        </p:nvSpPr>
        <p:spPr>
          <a:xfrm>
            <a:off x="379497" y="2358964"/>
            <a:ext cx="2570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icon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E4B620-3AF0-8341-89B0-A6CA1BF6F0C3}"/>
              </a:ext>
            </a:extLst>
          </p:cNvPr>
          <p:cNvSpPr txBox="1"/>
          <p:nvPr/>
        </p:nvSpPr>
        <p:spPr>
          <a:xfrm>
            <a:off x="379497" y="4519905"/>
            <a:ext cx="2570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 icon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60DB7D-2B9A-DE4A-9CA7-F99267C34C44}"/>
              </a:ext>
            </a:extLst>
          </p:cNvPr>
          <p:cNvSpPr txBox="1"/>
          <p:nvPr/>
        </p:nvSpPr>
        <p:spPr>
          <a:xfrm>
            <a:off x="379497" y="1083072"/>
            <a:ext cx="2570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icon</a:t>
            </a: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DCA5703D-EC38-504E-9C8A-E15AB1DE8F96}"/>
              </a:ext>
            </a:extLst>
          </p:cNvPr>
          <p:cNvSpPr/>
          <p:nvPr/>
        </p:nvSpPr>
        <p:spPr>
          <a:xfrm>
            <a:off x="3584216" y="1335813"/>
            <a:ext cx="1345200" cy="801526"/>
          </a:xfrm>
          <a:custGeom>
            <a:avLst/>
            <a:gdLst>
              <a:gd name="connsiteX0" fmla="*/ 298764 w 298764"/>
              <a:gd name="connsiteY0" fmla="*/ 0 h 1484769"/>
              <a:gd name="connsiteX1" fmla="*/ 0 w 298764"/>
              <a:gd name="connsiteY1" fmla="*/ 0 h 1484769"/>
              <a:gd name="connsiteX2" fmla="*/ 0 w 298764"/>
              <a:gd name="connsiteY2" fmla="*/ 1484769 h 1484769"/>
              <a:gd name="connsiteX3" fmla="*/ 298764 w 298764"/>
              <a:gd name="connsiteY3" fmla="*/ 1484769 h 1484769"/>
              <a:gd name="connsiteX0" fmla="*/ 298764 w 778598"/>
              <a:gd name="connsiteY0" fmla="*/ 0 h 1493892"/>
              <a:gd name="connsiteX1" fmla="*/ 0 w 778598"/>
              <a:gd name="connsiteY1" fmla="*/ 0 h 1493892"/>
              <a:gd name="connsiteX2" fmla="*/ 0 w 778598"/>
              <a:gd name="connsiteY2" fmla="*/ 1484769 h 1493892"/>
              <a:gd name="connsiteX3" fmla="*/ 778598 w 778598"/>
              <a:gd name="connsiteY3" fmla="*/ 1493892 h 1493892"/>
              <a:gd name="connsiteX0" fmla="*/ 298764 w 588475"/>
              <a:gd name="connsiteY0" fmla="*/ 0 h 1484769"/>
              <a:gd name="connsiteX1" fmla="*/ 0 w 588475"/>
              <a:gd name="connsiteY1" fmla="*/ 0 h 1484769"/>
              <a:gd name="connsiteX2" fmla="*/ 0 w 588475"/>
              <a:gd name="connsiteY2" fmla="*/ 1484769 h 1484769"/>
              <a:gd name="connsiteX3" fmla="*/ 588475 w 588475"/>
              <a:gd name="connsiteY3" fmla="*/ 1265802 h 1484769"/>
              <a:gd name="connsiteX0" fmla="*/ 298764 w 796705"/>
              <a:gd name="connsiteY0" fmla="*/ 0 h 1484769"/>
              <a:gd name="connsiteX1" fmla="*/ 0 w 796705"/>
              <a:gd name="connsiteY1" fmla="*/ 0 h 1484769"/>
              <a:gd name="connsiteX2" fmla="*/ 0 w 796705"/>
              <a:gd name="connsiteY2" fmla="*/ 1484769 h 1484769"/>
              <a:gd name="connsiteX3" fmla="*/ 796705 w 796705"/>
              <a:gd name="connsiteY3" fmla="*/ 1484768 h 1484769"/>
              <a:gd name="connsiteX0" fmla="*/ 566224 w 796705"/>
              <a:gd name="connsiteY0" fmla="*/ 0 h 1484769"/>
              <a:gd name="connsiteX1" fmla="*/ 0 w 796705"/>
              <a:gd name="connsiteY1" fmla="*/ 0 h 1484769"/>
              <a:gd name="connsiteX2" fmla="*/ 0 w 796705"/>
              <a:gd name="connsiteY2" fmla="*/ 1484769 h 1484769"/>
              <a:gd name="connsiteX3" fmla="*/ 796705 w 796705"/>
              <a:gd name="connsiteY3" fmla="*/ 1484768 h 1484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6705" h="1484769">
                <a:moveTo>
                  <a:pt x="566224" y="0"/>
                </a:moveTo>
                <a:lnTo>
                  <a:pt x="0" y="0"/>
                </a:lnTo>
                <a:lnTo>
                  <a:pt x="0" y="1484769"/>
                </a:lnTo>
                <a:lnTo>
                  <a:pt x="796705" y="1484768"/>
                </a:lnTo>
              </a:path>
            </a:pathLst>
          </a:cu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7B3AC28-9EF3-4849-AEAF-626D0619F796}"/>
              </a:ext>
            </a:extLst>
          </p:cNvPr>
          <p:cNvCxnSpPr>
            <a:cxnSpLocks/>
          </p:cNvCxnSpPr>
          <p:nvPr/>
        </p:nvCxnSpPr>
        <p:spPr>
          <a:xfrm>
            <a:off x="2094417" y="1990781"/>
            <a:ext cx="1489799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ED15FC-F4F4-AB4C-A010-D4A39347F23C}"/>
              </a:ext>
            </a:extLst>
          </p:cNvPr>
          <p:cNvCxnSpPr>
            <a:cxnSpLocks/>
          </p:cNvCxnSpPr>
          <p:nvPr/>
        </p:nvCxnSpPr>
        <p:spPr>
          <a:xfrm>
            <a:off x="1635521" y="1263934"/>
            <a:ext cx="2909307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FCE7F56-95EF-2541-862F-02A87024398F}"/>
              </a:ext>
            </a:extLst>
          </p:cNvPr>
          <p:cNvCxnSpPr>
            <a:cxnSpLocks/>
          </p:cNvCxnSpPr>
          <p:nvPr/>
        </p:nvCxnSpPr>
        <p:spPr>
          <a:xfrm>
            <a:off x="1842869" y="2532613"/>
            <a:ext cx="5921721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16EEB16-BF32-A84F-9A46-1EE306BC4AEA}"/>
              </a:ext>
            </a:extLst>
          </p:cNvPr>
          <p:cNvCxnSpPr>
            <a:cxnSpLocks/>
          </p:cNvCxnSpPr>
          <p:nvPr/>
        </p:nvCxnSpPr>
        <p:spPr>
          <a:xfrm>
            <a:off x="1928955" y="4709475"/>
            <a:ext cx="3880174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AAA8FA6-512A-3149-A65A-7CE580654420}"/>
              </a:ext>
            </a:extLst>
          </p:cNvPr>
          <p:cNvSpPr/>
          <p:nvPr/>
        </p:nvSpPr>
        <p:spPr>
          <a:xfrm>
            <a:off x="4708930" y="1966717"/>
            <a:ext cx="6806323" cy="3394919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dirty="0">
                <a:ln w="0"/>
                <a:solidFill>
                  <a:schemeClr val="accent6"/>
                </a:solidFill>
              </a:rPr>
              <a:t>VPC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6B28170-3553-6E4F-99BA-92A53D55DBFB}"/>
              </a:ext>
            </a:extLst>
          </p:cNvPr>
          <p:cNvSpPr/>
          <p:nvPr/>
        </p:nvSpPr>
        <p:spPr>
          <a:xfrm>
            <a:off x="4635319" y="1087452"/>
            <a:ext cx="6974443" cy="4715862"/>
          </a:xfrm>
          <a:prstGeom prst="rect">
            <a:avLst/>
          </a:prstGeom>
          <a:noFill/>
          <a:ln w="12700">
            <a:solidFill>
              <a:srgbClr val="FAFA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dirty="0">
                <a:solidFill>
                  <a:srgbClr val="FAFAFA"/>
                </a:solidFill>
              </a:rPr>
              <a:t>AWS Cloud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AD8D0A7-C008-894A-A858-9C80B6BF7E30}"/>
              </a:ext>
            </a:extLst>
          </p:cNvPr>
          <p:cNvSpPr/>
          <p:nvPr/>
        </p:nvSpPr>
        <p:spPr>
          <a:xfrm>
            <a:off x="5086846" y="1580980"/>
            <a:ext cx="2108215" cy="3891076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A0C8"/>
                </a:solidFill>
              </a:rPr>
              <a:t>Availability Zone 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361691-9E06-2B45-82CC-EE16F53EC030}"/>
              </a:ext>
            </a:extLst>
          </p:cNvPr>
          <p:cNvSpPr/>
          <p:nvPr/>
        </p:nvSpPr>
        <p:spPr>
          <a:xfrm>
            <a:off x="5173889" y="3244467"/>
            <a:ext cx="6155441" cy="976172"/>
          </a:xfrm>
          <a:prstGeom prst="rect">
            <a:avLst/>
          </a:prstGeom>
          <a:noFill/>
          <a:ln w="12700">
            <a:solidFill>
              <a:srgbClr val="FF99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>
              <a:solidFill>
                <a:srgbClr val="FF9900"/>
              </a:solidFill>
            </a:endParaRPr>
          </a:p>
          <a:p>
            <a:pPr algn="ctr"/>
            <a:r>
              <a:rPr lang="en-US" sz="1400" dirty="0">
                <a:solidFill>
                  <a:srgbClr val="FF9900"/>
                </a:solidFill>
              </a:rPr>
              <a:t>Auto Scaling group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3C0B38C-E179-EC47-A325-013A557C05CA}"/>
              </a:ext>
            </a:extLst>
          </p:cNvPr>
          <p:cNvSpPr/>
          <p:nvPr/>
        </p:nvSpPr>
        <p:spPr>
          <a:xfrm>
            <a:off x="9315082" y="1580980"/>
            <a:ext cx="2108215" cy="3891076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A0C8"/>
                </a:solidFill>
              </a:rPr>
              <a:t>Availability Zone 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BEC3D20-58E5-984E-893C-2CE32358128C}"/>
              </a:ext>
            </a:extLst>
          </p:cNvPr>
          <p:cNvSpPr/>
          <p:nvPr/>
        </p:nvSpPr>
        <p:spPr>
          <a:xfrm>
            <a:off x="5173889" y="4299582"/>
            <a:ext cx="6155441" cy="976172"/>
          </a:xfrm>
          <a:prstGeom prst="rect">
            <a:avLst/>
          </a:prstGeom>
          <a:noFill/>
          <a:ln w="12700">
            <a:solidFill>
              <a:srgbClr val="FF99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>
              <a:solidFill>
                <a:srgbClr val="FF9900"/>
              </a:solidFill>
            </a:endParaRPr>
          </a:p>
          <a:p>
            <a:pPr algn="ctr"/>
            <a:r>
              <a:rPr lang="en-US" sz="1400" dirty="0">
                <a:solidFill>
                  <a:srgbClr val="FF9900"/>
                </a:solidFill>
              </a:rPr>
              <a:t>Auto Scaling group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196668-EE6A-DA43-AD63-57E929CAB447}"/>
              </a:ext>
            </a:extLst>
          </p:cNvPr>
          <p:cNvSpPr txBox="1"/>
          <p:nvPr/>
        </p:nvSpPr>
        <p:spPr>
          <a:xfrm>
            <a:off x="5251931" y="2771858"/>
            <a:ext cx="1778046" cy="28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AFAFA"/>
                </a:solidFill>
              </a:rPr>
              <a:t>NAT gateway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696CCB-0B30-FD4E-933A-D7E40F87AFF4}"/>
              </a:ext>
            </a:extLst>
          </p:cNvPr>
          <p:cNvSpPr txBox="1"/>
          <p:nvPr/>
        </p:nvSpPr>
        <p:spPr>
          <a:xfrm>
            <a:off x="9467898" y="2771858"/>
            <a:ext cx="1778046" cy="28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AFAFA"/>
                </a:solidFill>
              </a:rPr>
              <a:t>NAT gateway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51F00D-78A3-B743-9668-9EF1664CCB0C}"/>
              </a:ext>
            </a:extLst>
          </p:cNvPr>
          <p:cNvSpPr txBox="1"/>
          <p:nvPr/>
        </p:nvSpPr>
        <p:spPr>
          <a:xfrm>
            <a:off x="5251931" y="3839247"/>
            <a:ext cx="1778046" cy="28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AFAFA"/>
                </a:solidFill>
              </a:rPr>
              <a:t>Instance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E284F4-DCB5-1B4C-A455-8030B9B73C89}"/>
              </a:ext>
            </a:extLst>
          </p:cNvPr>
          <p:cNvSpPr txBox="1"/>
          <p:nvPr/>
        </p:nvSpPr>
        <p:spPr>
          <a:xfrm>
            <a:off x="9480167" y="3839247"/>
            <a:ext cx="1778046" cy="28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AFAFA"/>
                </a:solidFill>
              </a:rPr>
              <a:t>Instance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29038D-692A-CE4C-A79A-ECCA3DD0BE5E}"/>
              </a:ext>
            </a:extLst>
          </p:cNvPr>
          <p:cNvSpPr txBox="1"/>
          <p:nvPr/>
        </p:nvSpPr>
        <p:spPr>
          <a:xfrm>
            <a:off x="5251931" y="4906632"/>
            <a:ext cx="1778046" cy="28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AFAFA"/>
                </a:solidFill>
              </a:rPr>
              <a:t>Instance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27AE7D-73B4-5348-B1E4-AD46B9546861}"/>
              </a:ext>
            </a:extLst>
          </p:cNvPr>
          <p:cNvSpPr txBox="1"/>
          <p:nvPr/>
        </p:nvSpPr>
        <p:spPr>
          <a:xfrm>
            <a:off x="9480167" y="4906632"/>
            <a:ext cx="1778046" cy="28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AFAFA"/>
                </a:solidFill>
              </a:rPr>
              <a:t>Instance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338E9A28-3306-E44C-A2B9-26727AFF8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1235" y="2047414"/>
            <a:ext cx="715680" cy="71568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DE061DAA-233B-E148-A84D-FF50C9F44FA1}"/>
              </a:ext>
            </a:extLst>
          </p:cNvPr>
          <p:cNvSpPr txBox="1"/>
          <p:nvPr/>
        </p:nvSpPr>
        <p:spPr>
          <a:xfrm>
            <a:off x="7437352" y="2720674"/>
            <a:ext cx="1624821" cy="480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AFAFA"/>
                </a:solidFill>
              </a:rPr>
              <a:t>Amazon EC2 Auto Scaling</a:t>
            </a: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8D77DA36-9A65-8A44-B244-97BADA4AE5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9337" y="1099082"/>
            <a:ext cx="400579" cy="400579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AE7AB820-D3A4-204D-8D33-31B59D0035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57405" y="4301301"/>
            <a:ext cx="297849" cy="297849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268A0C26-60BE-9F4B-B2F1-5A503AE419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00221" y="1970362"/>
            <a:ext cx="340775" cy="340775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DADE1C9A-CFBB-2741-97A9-A9A6F2E37D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57405" y="3241684"/>
            <a:ext cx="297849" cy="297849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C610BE63-1951-3B46-A758-11715770E7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48332" y="3396251"/>
            <a:ext cx="385242" cy="385242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DF926F93-3D33-AE41-A33C-D26FC2E2299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48331" y="4491063"/>
            <a:ext cx="385242" cy="385242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1F482752-AAD9-5B4C-B818-A2E53295FA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52889" y="3396251"/>
            <a:ext cx="385242" cy="385242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2C783015-3940-1B4F-AE39-60497D8F99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52888" y="4491063"/>
            <a:ext cx="385242" cy="385242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41677DDB-70DA-0C46-9A4A-443C16A297D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80414" y="2276109"/>
            <a:ext cx="453159" cy="453159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EAE5079C-F178-1949-903A-6BEF6C6F92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96034" y="2276109"/>
            <a:ext cx="453159" cy="45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25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6" name="Footer Placeholder 36">
            <a:extLst>
              <a:ext uri="{FF2B5EF4-FFF2-40B4-BE49-F238E27FC236}">
                <a16:creationId xmlns:a16="http://schemas.microsoft.com/office/drawing/2014/main" id="{BA05FEBD-5480-2847-AD33-116264A8E1B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161E2D"/>
                </a:solidFill>
                <a:latin typeface="Arial" panose="020B0604020202020204" pitchFamily="34" charset="0"/>
              </a:rPr>
              <a:t>© 2020, Amazon Web Services, Inc. or its affiliates. All rights reserved.</a:t>
            </a:r>
          </a:p>
        </p:txBody>
      </p:sp>
      <p:sp>
        <p:nvSpPr>
          <p:cNvPr id="47117" name="Slide Number Placeholder 37">
            <a:extLst>
              <a:ext uri="{FF2B5EF4-FFF2-40B4-BE49-F238E27FC236}">
                <a16:creationId xmlns:a16="http://schemas.microsoft.com/office/drawing/2014/main" id="{2E567938-C0BD-E540-B624-F078B8BCE8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06A2D43-0584-8040-91B5-2138A277CB9C}" type="slidenum">
              <a:rPr lang="en-US" altLang="en-US" smtClean="0">
                <a:solidFill>
                  <a:srgbClr val="161E2D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161E2D"/>
              </a:solidFill>
              <a:latin typeface="Arial" panose="020B0604020202020204" pitchFamily="34" charset="0"/>
            </a:endParaRPr>
          </a:p>
        </p:txBody>
      </p:sp>
      <p:sp>
        <p:nvSpPr>
          <p:cNvPr id="47105" name="Title 1">
            <a:extLst>
              <a:ext uri="{FF2B5EF4-FFF2-40B4-BE49-F238E27FC236}">
                <a16:creationId xmlns:a16="http://schemas.microsoft.com/office/drawing/2014/main" id="{6EA39E97-4C97-AD40-972C-394E863845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5125"/>
            <a:ext cx="11709400" cy="644525"/>
          </a:xfrm>
        </p:spPr>
        <p:txBody>
          <a:bodyPr/>
          <a:lstStyle/>
          <a:p>
            <a:pPr eaLnBrk="1" hangingPunct="1"/>
            <a:r>
              <a:rPr lang="en-US" altLang="en-US"/>
              <a:t>System elements</a:t>
            </a:r>
          </a:p>
        </p:txBody>
      </p:sp>
      <p:grpSp>
        <p:nvGrpSpPr>
          <p:cNvPr id="47106" name="Group 2">
            <a:extLst>
              <a:ext uri="{FF2B5EF4-FFF2-40B4-BE49-F238E27FC236}">
                <a16:creationId xmlns:a16="http://schemas.microsoft.com/office/drawing/2014/main" id="{FE8354BD-82B6-F74D-B246-DBDA23CD804C}"/>
              </a:ext>
            </a:extLst>
          </p:cNvPr>
          <p:cNvGrpSpPr>
            <a:grpSpLocks/>
          </p:cNvGrpSpPr>
          <p:nvPr/>
        </p:nvGrpSpPr>
        <p:grpSpPr bwMode="auto">
          <a:xfrm>
            <a:off x="4679950" y="1063625"/>
            <a:ext cx="7210425" cy="4686300"/>
            <a:chOff x="3963647" y="1129248"/>
            <a:chExt cx="7209450" cy="46863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E0DCB38-C38F-3E45-91A5-BC77EA90215A}"/>
                </a:ext>
              </a:extLst>
            </p:cNvPr>
            <p:cNvSpPr/>
            <p:nvPr/>
          </p:nvSpPr>
          <p:spPr>
            <a:xfrm>
              <a:off x="4036662" y="2002380"/>
              <a:ext cx="6857073" cy="3375051"/>
            </a:xfrm>
            <a:prstGeom prst="rect">
              <a:avLst/>
            </a:prstGeom>
            <a:noFill/>
            <a:ln w="12700">
              <a:solidFill>
                <a:srgbClr val="1E8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n w="0"/>
                  <a:solidFill>
                    <a:srgbClr val="1E8900"/>
                  </a:solidFill>
                </a:rPr>
                <a:t>VPC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D78DDC-6CA6-8B4C-8030-D09C702BCE2A}"/>
                </a:ext>
              </a:extLst>
            </p:cNvPr>
            <p:cNvSpPr/>
            <p:nvPr/>
          </p:nvSpPr>
          <p:spPr>
            <a:xfrm>
              <a:off x="3963647" y="1129248"/>
              <a:ext cx="7209450" cy="468633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ysClr val="windowText" lastClr="000000"/>
                  </a:solidFill>
                </a:rPr>
                <a:t>AWS Cloud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D102AA-00CD-FF49-9C6E-1658BE901624}"/>
                </a:ext>
              </a:extLst>
            </p:cNvPr>
            <p:cNvSpPr/>
            <p:nvPr/>
          </p:nvSpPr>
          <p:spPr>
            <a:xfrm>
              <a:off x="4412849" y="1619790"/>
              <a:ext cx="2095217" cy="3867180"/>
            </a:xfrm>
            <a:prstGeom prst="rect">
              <a:avLst/>
            </a:prstGeom>
            <a:noFill/>
            <a:ln w="12700">
              <a:solidFill>
                <a:srgbClr val="5B9C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5B9CD5"/>
                  </a:solidFill>
                </a:rPr>
                <a:t>Availability Zone 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234D99-DA26-FC46-A4FE-19F5FB175D3E}"/>
                </a:ext>
              </a:extLst>
            </p:cNvPr>
            <p:cNvSpPr/>
            <p:nvPr/>
          </p:nvSpPr>
          <p:spPr>
            <a:xfrm>
              <a:off x="4498563" y="3272389"/>
              <a:ext cx="6117398" cy="969970"/>
            </a:xfrm>
            <a:prstGeom prst="rect">
              <a:avLst/>
            </a:prstGeom>
            <a:noFill/>
            <a:ln w="12700">
              <a:solidFill>
                <a:srgbClr val="D86613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dirty="0">
                <a:solidFill>
                  <a:srgbClr val="D86613"/>
                </a:solidFill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br>
                <a:rPr lang="en-US" sz="1400" dirty="0">
                  <a:solidFill>
                    <a:srgbClr val="D86613"/>
                  </a:solidFill>
                </a:rPr>
              </a:br>
              <a:r>
                <a:rPr lang="en-US" sz="1400" dirty="0">
                  <a:solidFill>
                    <a:srgbClr val="D86613"/>
                  </a:solidFill>
                </a:rPr>
                <a:t>Auto Scaling group</a:t>
              </a:r>
            </a:p>
          </p:txBody>
        </p:sp>
        <p:pic>
          <p:nvPicPr>
            <p:cNvPr id="47122" name="Graphic 7">
              <a:extLst>
                <a:ext uri="{FF2B5EF4-FFF2-40B4-BE49-F238E27FC236}">
                  <a16:creationId xmlns:a16="http://schemas.microsoft.com/office/drawing/2014/main" id="{CFF0C30A-E2C2-BD41-B828-8F910B01F5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0597" y="3415266"/>
              <a:ext cx="330155" cy="330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123" name="Graphic 8">
              <a:extLst>
                <a:ext uri="{FF2B5EF4-FFF2-40B4-BE49-F238E27FC236}">
                  <a16:creationId xmlns:a16="http://schemas.microsoft.com/office/drawing/2014/main" id="{546222F9-4B37-E847-81D0-112B1B2B35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3647" y="1129248"/>
              <a:ext cx="330155" cy="330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124" name="Graphic 9">
              <a:extLst>
                <a:ext uri="{FF2B5EF4-FFF2-40B4-BE49-F238E27FC236}">
                  <a16:creationId xmlns:a16="http://schemas.microsoft.com/office/drawing/2014/main" id="{8219DCE8-247C-1049-BE53-921770E893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6662" y="2002380"/>
              <a:ext cx="330155" cy="330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356EB0E-773F-E048-9282-D7A38A3BC486}"/>
                </a:ext>
              </a:extLst>
            </p:cNvPr>
            <p:cNvSpPr/>
            <p:nvPr/>
          </p:nvSpPr>
          <p:spPr>
            <a:xfrm>
              <a:off x="8614393" y="1619790"/>
              <a:ext cx="2095217" cy="3867180"/>
            </a:xfrm>
            <a:prstGeom prst="rect">
              <a:avLst/>
            </a:prstGeom>
            <a:noFill/>
            <a:ln w="12700">
              <a:solidFill>
                <a:srgbClr val="5B9C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5B9CD5"/>
                  </a:solidFill>
                </a:rPr>
                <a:t>Availability Zone 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E2E7118-E259-AB48-BAAD-D061E707A25E}"/>
                </a:ext>
              </a:extLst>
            </p:cNvPr>
            <p:cNvSpPr/>
            <p:nvPr/>
          </p:nvSpPr>
          <p:spPr>
            <a:xfrm>
              <a:off x="4498563" y="4321736"/>
              <a:ext cx="6117398" cy="969969"/>
            </a:xfrm>
            <a:prstGeom prst="rect">
              <a:avLst/>
            </a:prstGeom>
            <a:noFill/>
            <a:ln w="12700">
              <a:solidFill>
                <a:srgbClr val="D86613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dirty="0">
                <a:solidFill>
                  <a:srgbClr val="D86613"/>
                </a:solidFill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br>
                <a:rPr lang="en-US" sz="1400" dirty="0">
                  <a:solidFill>
                    <a:srgbClr val="D86613"/>
                  </a:solidFill>
                </a:rPr>
              </a:br>
              <a:r>
                <a:rPr lang="en-US" sz="1400" dirty="0">
                  <a:solidFill>
                    <a:srgbClr val="D86613"/>
                  </a:solidFill>
                </a:rPr>
                <a:t>Auto Scaling group</a:t>
              </a:r>
            </a:p>
          </p:txBody>
        </p:sp>
        <p:pic>
          <p:nvPicPr>
            <p:cNvPr id="47127" name="Graphic 12">
              <a:extLst>
                <a:ext uri="{FF2B5EF4-FFF2-40B4-BE49-F238E27FC236}">
                  <a16:creationId xmlns:a16="http://schemas.microsoft.com/office/drawing/2014/main" id="{0D22B006-92BB-9144-9E4A-CDAD2B0948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0597" y="4483662"/>
              <a:ext cx="330155" cy="330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128" name="Graphic 13">
              <a:extLst>
                <a:ext uri="{FF2B5EF4-FFF2-40B4-BE49-F238E27FC236}">
                  <a16:creationId xmlns:a16="http://schemas.microsoft.com/office/drawing/2014/main" id="{FC8054DF-2FE8-BD4E-AC79-83D80F0BC2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5539" y="2408783"/>
              <a:ext cx="469836" cy="469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29" name="TextBox 14">
              <a:extLst>
                <a:ext uri="{FF2B5EF4-FFF2-40B4-BE49-F238E27FC236}">
                  <a16:creationId xmlns:a16="http://schemas.microsoft.com/office/drawing/2014/main" id="{E0A60E92-2AEF-B843-8489-37EF750E1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6400" y="2878004"/>
              <a:ext cx="176691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rgbClr val="232F3E"/>
                  </a:solidFill>
                </a:rPr>
                <a:t>NAT gateway</a:t>
              </a:r>
            </a:p>
          </p:txBody>
        </p:sp>
        <p:pic>
          <p:nvPicPr>
            <p:cNvPr id="47130" name="Graphic 15">
              <a:extLst>
                <a:ext uri="{FF2B5EF4-FFF2-40B4-BE49-F238E27FC236}">
                  <a16:creationId xmlns:a16="http://schemas.microsoft.com/office/drawing/2014/main" id="{F034FDF0-78F0-324F-A0B3-9E9780CD0B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4385" y="2408783"/>
              <a:ext cx="469836" cy="469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31" name="TextBox 16">
              <a:extLst>
                <a:ext uri="{FF2B5EF4-FFF2-40B4-BE49-F238E27FC236}">
                  <a16:creationId xmlns:a16="http://schemas.microsoft.com/office/drawing/2014/main" id="{DA80BA9D-46CA-BD42-BC6C-236BC153A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5970" y="2878004"/>
              <a:ext cx="176691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rgbClr val="232F3E"/>
                  </a:solidFill>
                </a:rPr>
                <a:t>NAT gateway</a:t>
              </a:r>
            </a:p>
          </p:txBody>
        </p:sp>
        <p:pic>
          <p:nvPicPr>
            <p:cNvPr id="47132" name="Graphic 17">
              <a:extLst>
                <a:ext uri="{FF2B5EF4-FFF2-40B4-BE49-F238E27FC236}">
                  <a16:creationId xmlns:a16="http://schemas.microsoft.com/office/drawing/2014/main" id="{8560CB5F-EA6E-8949-B816-4A4E6FE52E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5539" y="3418441"/>
              <a:ext cx="469836" cy="469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33" name="TextBox 18">
              <a:extLst>
                <a:ext uri="{FF2B5EF4-FFF2-40B4-BE49-F238E27FC236}">
                  <a16:creationId xmlns:a16="http://schemas.microsoft.com/office/drawing/2014/main" id="{2E075880-4C60-1845-A45C-A49F05E20D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6400" y="3863814"/>
              <a:ext cx="176691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rgbClr val="232F3E"/>
                  </a:solidFill>
                </a:rPr>
                <a:t>Instance</a:t>
              </a:r>
            </a:p>
          </p:txBody>
        </p:sp>
        <p:pic>
          <p:nvPicPr>
            <p:cNvPr id="47134" name="Graphic 19">
              <a:extLst>
                <a:ext uri="{FF2B5EF4-FFF2-40B4-BE49-F238E27FC236}">
                  <a16:creationId xmlns:a16="http://schemas.microsoft.com/office/drawing/2014/main" id="{42F21C60-77A6-9248-9259-8ECAF066AE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7083" y="3418441"/>
              <a:ext cx="469836" cy="469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35" name="TextBox 20">
              <a:extLst>
                <a:ext uri="{FF2B5EF4-FFF2-40B4-BE49-F238E27FC236}">
                  <a16:creationId xmlns:a16="http://schemas.microsoft.com/office/drawing/2014/main" id="{FA8353D6-92A2-D244-A9C3-D865AA884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162" y="3863814"/>
              <a:ext cx="176691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rgbClr val="232F3E"/>
                  </a:solidFill>
                </a:rPr>
                <a:t>Instance</a:t>
              </a:r>
            </a:p>
          </p:txBody>
        </p:sp>
        <p:pic>
          <p:nvPicPr>
            <p:cNvPr id="47136" name="Graphic 21">
              <a:extLst>
                <a:ext uri="{FF2B5EF4-FFF2-40B4-BE49-F238E27FC236}">
                  <a16:creationId xmlns:a16="http://schemas.microsoft.com/office/drawing/2014/main" id="{8C074484-E5FF-F442-A5C9-653A348C8C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5539" y="4478899"/>
              <a:ext cx="469836" cy="469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37" name="TextBox 22">
              <a:extLst>
                <a:ext uri="{FF2B5EF4-FFF2-40B4-BE49-F238E27FC236}">
                  <a16:creationId xmlns:a16="http://schemas.microsoft.com/office/drawing/2014/main" id="{9B09D592-C18D-0A4B-A0D9-01DC7A8102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6400" y="4924516"/>
              <a:ext cx="176691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rgbClr val="232F3E"/>
                  </a:solidFill>
                </a:rPr>
                <a:t>Instance</a:t>
              </a:r>
            </a:p>
          </p:txBody>
        </p:sp>
        <p:pic>
          <p:nvPicPr>
            <p:cNvPr id="47138" name="Graphic 23">
              <a:extLst>
                <a:ext uri="{FF2B5EF4-FFF2-40B4-BE49-F238E27FC236}">
                  <a16:creationId xmlns:a16="http://schemas.microsoft.com/office/drawing/2014/main" id="{1A0B9000-1F31-8B4F-BE0C-33B56D9176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7083" y="4478899"/>
              <a:ext cx="469836" cy="469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39" name="TextBox 24">
              <a:extLst>
                <a:ext uri="{FF2B5EF4-FFF2-40B4-BE49-F238E27FC236}">
                  <a16:creationId xmlns:a16="http://schemas.microsoft.com/office/drawing/2014/main" id="{C58FDC8D-7271-A04D-BE06-8584784F0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162" y="4924516"/>
              <a:ext cx="176691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rgbClr val="232F3E"/>
                  </a:solidFill>
                </a:rPr>
                <a:t>Instance</a:t>
              </a:r>
            </a:p>
          </p:txBody>
        </p:sp>
        <p:pic>
          <p:nvPicPr>
            <p:cNvPr id="47140" name="Graphic 25">
              <a:extLst>
                <a:ext uri="{FF2B5EF4-FFF2-40B4-BE49-F238E27FC236}">
                  <a16:creationId xmlns:a16="http://schemas.microsoft.com/office/drawing/2014/main" id="{79E1EC93-B460-9A43-B445-61D672583F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9646" y="2157956"/>
              <a:ext cx="711104" cy="71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41" name="TextBox 26">
              <a:extLst>
                <a:ext uri="{FF2B5EF4-FFF2-40B4-BE49-F238E27FC236}">
                  <a16:creationId xmlns:a16="http://schemas.microsoft.com/office/drawing/2014/main" id="{C78E43F0-7940-654A-B27D-5764ED7C1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7364" y="2877383"/>
              <a:ext cx="210674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rgbClr val="232F3E"/>
                  </a:solidFill>
                </a:rPr>
                <a:t>Amazon EC2 Auto Scaling</a:t>
              </a:r>
            </a:p>
          </p:txBody>
        </p:sp>
      </p:grpSp>
      <p:sp>
        <p:nvSpPr>
          <p:cNvPr id="47107" name="TextBox 27">
            <a:extLst>
              <a:ext uri="{FF2B5EF4-FFF2-40B4-BE49-F238E27FC236}">
                <a16:creationId xmlns:a16="http://schemas.microsoft.com/office/drawing/2014/main" id="{91411D5C-9DF4-5442-A1EE-D22AC6C4C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1798638"/>
            <a:ext cx="25701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Layered groups</a:t>
            </a:r>
          </a:p>
        </p:txBody>
      </p:sp>
      <p:sp>
        <p:nvSpPr>
          <p:cNvPr id="47108" name="TextBox 28">
            <a:extLst>
              <a:ext uri="{FF2B5EF4-FFF2-40B4-BE49-F238E27FC236}">
                <a16:creationId xmlns:a16="http://schemas.microsoft.com/office/drawing/2014/main" id="{005B9DAE-8742-9642-9B51-D76B11264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2359025"/>
            <a:ext cx="25701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Service icon</a:t>
            </a:r>
          </a:p>
        </p:txBody>
      </p:sp>
      <p:sp>
        <p:nvSpPr>
          <p:cNvPr id="47109" name="TextBox 29">
            <a:extLst>
              <a:ext uri="{FF2B5EF4-FFF2-40B4-BE49-F238E27FC236}">
                <a16:creationId xmlns:a16="http://schemas.microsoft.com/office/drawing/2014/main" id="{D9C506F8-D531-B748-BCD3-CB9EBCE33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4519613"/>
            <a:ext cx="25701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Resource icon</a:t>
            </a:r>
          </a:p>
        </p:txBody>
      </p:sp>
      <p:sp>
        <p:nvSpPr>
          <p:cNvPr id="47110" name="TextBox 30">
            <a:extLst>
              <a:ext uri="{FF2B5EF4-FFF2-40B4-BE49-F238E27FC236}">
                <a16:creationId xmlns:a16="http://schemas.microsoft.com/office/drawing/2014/main" id="{F829A72D-0876-2E49-8145-DC8A9C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1082675"/>
            <a:ext cx="25701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Group icon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41787807-DDA1-0F40-89B5-24A02FA2E10E}"/>
              </a:ext>
            </a:extLst>
          </p:cNvPr>
          <p:cNvSpPr/>
          <p:nvPr/>
        </p:nvSpPr>
        <p:spPr>
          <a:xfrm>
            <a:off x="3408363" y="1335088"/>
            <a:ext cx="1346200" cy="801687"/>
          </a:xfrm>
          <a:custGeom>
            <a:avLst/>
            <a:gdLst>
              <a:gd name="connsiteX0" fmla="*/ 298764 w 298764"/>
              <a:gd name="connsiteY0" fmla="*/ 0 h 1484769"/>
              <a:gd name="connsiteX1" fmla="*/ 0 w 298764"/>
              <a:gd name="connsiteY1" fmla="*/ 0 h 1484769"/>
              <a:gd name="connsiteX2" fmla="*/ 0 w 298764"/>
              <a:gd name="connsiteY2" fmla="*/ 1484769 h 1484769"/>
              <a:gd name="connsiteX3" fmla="*/ 298764 w 298764"/>
              <a:gd name="connsiteY3" fmla="*/ 1484769 h 1484769"/>
              <a:gd name="connsiteX0" fmla="*/ 298764 w 778598"/>
              <a:gd name="connsiteY0" fmla="*/ 0 h 1493892"/>
              <a:gd name="connsiteX1" fmla="*/ 0 w 778598"/>
              <a:gd name="connsiteY1" fmla="*/ 0 h 1493892"/>
              <a:gd name="connsiteX2" fmla="*/ 0 w 778598"/>
              <a:gd name="connsiteY2" fmla="*/ 1484769 h 1493892"/>
              <a:gd name="connsiteX3" fmla="*/ 778598 w 778598"/>
              <a:gd name="connsiteY3" fmla="*/ 1493892 h 1493892"/>
              <a:gd name="connsiteX0" fmla="*/ 298764 w 588475"/>
              <a:gd name="connsiteY0" fmla="*/ 0 h 1484769"/>
              <a:gd name="connsiteX1" fmla="*/ 0 w 588475"/>
              <a:gd name="connsiteY1" fmla="*/ 0 h 1484769"/>
              <a:gd name="connsiteX2" fmla="*/ 0 w 588475"/>
              <a:gd name="connsiteY2" fmla="*/ 1484769 h 1484769"/>
              <a:gd name="connsiteX3" fmla="*/ 588475 w 588475"/>
              <a:gd name="connsiteY3" fmla="*/ 1265802 h 1484769"/>
              <a:gd name="connsiteX0" fmla="*/ 298764 w 796705"/>
              <a:gd name="connsiteY0" fmla="*/ 0 h 1484769"/>
              <a:gd name="connsiteX1" fmla="*/ 0 w 796705"/>
              <a:gd name="connsiteY1" fmla="*/ 0 h 1484769"/>
              <a:gd name="connsiteX2" fmla="*/ 0 w 796705"/>
              <a:gd name="connsiteY2" fmla="*/ 1484769 h 1484769"/>
              <a:gd name="connsiteX3" fmla="*/ 796705 w 796705"/>
              <a:gd name="connsiteY3" fmla="*/ 1484768 h 1484769"/>
              <a:gd name="connsiteX0" fmla="*/ 566224 w 796705"/>
              <a:gd name="connsiteY0" fmla="*/ 0 h 1484769"/>
              <a:gd name="connsiteX1" fmla="*/ 0 w 796705"/>
              <a:gd name="connsiteY1" fmla="*/ 0 h 1484769"/>
              <a:gd name="connsiteX2" fmla="*/ 0 w 796705"/>
              <a:gd name="connsiteY2" fmla="*/ 1484769 h 1484769"/>
              <a:gd name="connsiteX3" fmla="*/ 796705 w 796705"/>
              <a:gd name="connsiteY3" fmla="*/ 1484768 h 1484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6705" h="1484769">
                <a:moveTo>
                  <a:pt x="566224" y="0"/>
                </a:moveTo>
                <a:lnTo>
                  <a:pt x="0" y="0"/>
                </a:lnTo>
                <a:lnTo>
                  <a:pt x="0" y="1484769"/>
                </a:lnTo>
                <a:lnTo>
                  <a:pt x="796705" y="1484768"/>
                </a:lnTo>
              </a:path>
            </a:pathLst>
          </a:cu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638B9E8-1320-5047-A86E-424E72EBBA44}"/>
              </a:ext>
            </a:extLst>
          </p:cNvPr>
          <p:cNvCxnSpPr>
            <a:cxnSpLocks/>
          </p:cNvCxnSpPr>
          <p:nvPr/>
        </p:nvCxnSpPr>
        <p:spPr>
          <a:xfrm>
            <a:off x="2093913" y="1990725"/>
            <a:ext cx="1314450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D7B9A8B-12AB-BD42-840E-172284E286CC}"/>
              </a:ext>
            </a:extLst>
          </p:cNvPr>
          <p:cNvCxnSpPr>
            <a:cxnSpLocks/>
          </p:cNvCxnSpPr>
          <p:nvPr/>
        </p:nvCxnSpPr>
        <p:spPr>
          <a:xfrm>
            <a:off x="1635125" y="1263650"/>
            <a:ext cx="2900363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F95FB0E-B191-404B-B783-066368BE231B}"/>
              </a:ext>
            </a:extLst>
          </p:cNvPr>
          <p:cNvCxnSpPr>
            <a:cxnSpLocks/>
          </p:cNvCxnSpPr>
          <p:nvPr/>
        </p:nvCxnSpPr>
        <p:spPr>
          <a:xfrm>
            <a:off x="1843088" y="2532063"/>
            <a:ext cx="5921375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82B8510-2A48-A64E-8723-AB214B9DCBB1}"/>
              </a:ext>
            </a:extLst>
          </p:cNvPr>
          <p:cNvCxnSpPr>
            <a:cxnSpLocks/>
          </p:cNvCxnSpPr>
          <p:nvPr/>
        </p:nvCxnSpPr>
        <p:spPr>
          <a:xfrm>
            <a:off x="1928813" y="4710113"/>
            <a:ext cx="3879850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B6EF1A-A31F-4C42-AC48-87BE2FE9357A}"/>
              </a:ext>
            </a:extLst>
          </p:cNvPr>
          <p:cNvSpPr/>
          <p:nvPr/>
        </p:nvSpPr>
        <p:spPr>
          <a:xfrm>
            <a:off x="507204" y="616935"/>
            <a:ext cx="7353143" cy="5167847"/>
          </a:xfrm>
          <a:prstGeom prst="rect">
            <a:avLst/>
          </a:prstGeom>
          <a:noFill/>
          <a:ln w="12700">
            <a:solidFill>
              <a:srgbClr val="FAFA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dirty="0">
                <a:solidFill>
                  <a:srgbClr val="FAFAFA"/>
                </a:solidFill>
              </a:rPr>
              <a:t>AWS Cloud Region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2CF42FB-9636-42F1-9AF0-34C04BB54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221" y="619688"/>
            <a:ext cx="400579" cy="4005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CBCB518-9F99-4A94-9A2C-377BD8025094}"/>
              </a:ext>
            </a:extLst>
          </p:cNvPr>
          <p:cNvSpPr/>
          <p:nvPr/>
        </p:nvSpPr>
        <p:spPr>
          <a:xfrm>
            <a:off x="976197" y="1400368"/>
            <a:ext cx="4967440" cy="4057263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dirty="0">
                <a:ln w="0"/>
                <a:solidFill>
                  <a:schemeClr val="accent6"/>
                </a:solidFill>
              </a:rPr>
              <a:t>VPC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F719EA5-CF2A-4466-9D4C-A4C9BD2B4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488" y="1404013"/>
            <a:ext cx="340775" cy="3407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6540E2C-F550-451E-8CD5-431B4F350539}"/>
              </a:ext>
            </a:extLst>
          </p:cNvPr>
          <p:cNvSpPr/>
          <p:nvPr/>
        </p:nvSpPr>
        <p:spPr>
          <a:xfrm>
            <a:off x="1365505" y="3701365"/>
            <a:ext cx="2814909" cy="1431755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0D03C1A-B639-43C8-A730-B678C4E9C0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5506" y="3701366"/>
            <a:ext cx="274320" cy="2743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616E12A-F628-44AD-AB1B-6B95A7C3FB4C}"/>
              </a:ext>
            </a:extLst>
          </p:cNvPr>
          <p:cNvSpPr/>
          <p:nvPr/>
        </p:nvSpPr>
        <p:spPr>
          <a:xfrm>
            <a:off x="1365506" y="2016634"/>
            <a:ext cx="2814910" cy="1431755"/>
          </a:xfrm>
          <a:prstGeom prst="rect">
            <a:avLst/>
          </a:prstGeom>
          <a:solidFill>
            <a:srgbClr val="E1F2D4">
              <a:alpha val="20000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rgbClr val="69AE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FC64FB4-8C14-4490-80AF-A456986384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65506" y="2016635"/>
            <a:ext cx="274320" cy="27432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7DA3032-8F07-4A1E-94AA-6C4CE2A1AC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73359" y="2136039"/>
            <a:ext cx="469900" cy="4699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A1C8991-6486-4C26-ABEB-4AEC69576907}"/>
              </a:ext>
            </a:extLst>
          </p:cNvPr>
          <p:cNvSpPr txBox="1"/>
          <p:nvPr/>
        </p:nvSpPr>
        <p:spPr>
          <a:xfrm>
            <a:off x="6987119" y="2650985"/>
            <a:ext cx="17690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00C734-403B-4D53-8328-CCF8203C6BA0}"/>
              </a:ext>
            </a:extLst>
          </p:cNvPr>
          <p:cNvSpPr txBox="1"/>
          <p:nvPr/>
        </p:nvSpPr>
        <p:spPr>
          <a:xfrm>
            <a:off x="362205" y="5210511"/>
            <a:ext cx="2006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6CAE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10.0.0.0/16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92DA27-795A-4940-A299-D80DCAEF3221}"/>
              </a:ext>
            </a:extLst>
          </p:cNvPr>
          <p:cNvSpPr txBox="1"/>
          <p:nvPr/>
        </p:nvSpPr>
        <p:spPr>
          <a:xfrm>
            <a:off x="967488" y="4809041"/>
            <a:ext cx="2006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6CAE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10.0.1.0/24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F4F9A6-E8FC-4E9D-8DF5-A291016B5102}"/>
              </a:ext>
            </a:extLst>
          </p:cNvPr>
          <p:cNvSpPr txBox="1"/>
          <p:nvPr/>
        </p:nvSpPr>
        <p:spPr>
          <a:xfrm>
            <a:off x="967488" y="3156536"/>
            <a:ext cx="2006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6CAE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10.0.0.0/24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7BFB66-BDD7-4AAF-89C7-77A2BC846EFA}"/>
              </a:ext>
            </a:extLst>
          </p:cNvPr>
          <p:cNvSpPr txBox="1"/>
          <p:nvPr/>
        </p:nvSpPr>
        <p:spPr>
          <a:xfrm>
            <a:off x="1928867" y="2886442"/>
            <a:ext cx="17690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Instance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F64292-5D8A-48B3-A126-3C129B9F72BC}"/>
              </a:ext>
            </a:extLst>
          </p:cNvPr>
          <p:cNvSpPr txBox="1"/>
          <p:nvPr/>
        </p:nvSpPr>
        <p:spPr>
          <a:xfrm>
            <a:off x="1922438" y="4561664"/>
            <a:ext cx="17690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DB Instance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310D058-FCEC-411B-A52C-45CC1E2B91D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20894" y="1763192"/>
            <a:ext cx="1223327" cy="12233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CACB5D0-E3EC-494D-9043-9B8AF2E9C445}"/>
              </a:ext>
            </a:extLst>
          </p:cNvPr>
          <p:cNvSpPr txBox="1"/>
          <p:nvPr/>
        </p:nvSpPr>
        <p:spPr>
          <a:xfrm>
            <a:off x="8996182" y="2774095"/>
            <a:ext cx="1072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Internet</a:t>
            </a:r>
          </a:p>
        </p:txBody>
      </p:sp>
      <p:pic>
        <p:nvPicPr>
          <p:cNvPr id="37" name="Graphic 51">
            <a:extLst>
              <a:ext uri="{FF2B5EF4-FFF2-40B4-BE49-F238E27FC236}">
                <a16:creationId xmlns:a16="http://schemas.microsoft.com/office/drawing/2014/main" id="{5E31D2B2-65BA-43E5-8C38-EAFDDCCDFCB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38009" y="4152410"/>
            <a:ext cx="457200" cy="4572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4374404-3EE7-4A5F-96D8-C4399A3F401D}"/>
              </a:ext>
            </a:extLst>
          </p:cNvPr>
          <p:cNvSpPr txBox="1"/>
          <p:nvPr/>
        </p:nvSpPr>
        <p:spPr>
          <a:xfrm>
            <a:off x="5142577" y="4983872"/>
            <a:ext cx="1644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VPC Endpoints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2D7EA5D9-A05E-4FE2-9044-E7DD5DB0A85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14334" y="3314249"/>
            <a:ext cx="457200" cy="4572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8CAFD58-B440-4CFC-87EB-EB64E6546CD0}"/>
              </a:ext>
            </a:extLst>
          </p:cNvPr>
          <p:cNvSpPr txBox="1"/>
          <p:nvPr/>
        </p:nvSpPr>
        <p:spPr>
          <a:xfrm>
            <a:off x="3944747" y="3757785"/>
            <a:ext cx="16448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Router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9A7ED5B4-3808-42DD-AC30-533EBA5EE11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44266" y="4560081"/>
            <a:ext cx="457200" cy="457200"/>
          </a:xfrm>
          <a:prstGeom prst="rect">
            <a:avLst/>
          </a:prstGeom>
        </p:spPr>
      </p:pic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91FBC2D7-26DB-4949-A38E-77C43DF8FF04}"/>
              </a:ext>
            </a:extLst>
          </p:cNvPr>
          <p:cNvCxnSpPr>
            <a:stCxn id="37" idx="3"/>
            <a:endCxn id="46" idx="2"/>
          </p:cNvCxnSpPr>
          <p:nvPr/>
        </p:nvCxnSpPr>
        <p:spPr>
          <a:xfrm flipV="1">
            <a:off x="2995209" y="4019395"/>
            <a:ext cx="1771982" cy="361615"/>
          </a:xfrm>
          <a:prstGeom prst="bentConnector2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EBCC1BCE-FA7F-4CDD-9A74-C6797997DB9A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2872069" y="2691707"/>
            <a:ext cx="1870865" cy="622542"/>
          </a:xfrm>
          <a:prstGeom prst="bentConnector2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62904EFA-E766-4ED0-9C56-FC9F114C5DDB}"/>
              </a:ext>
            </a:extLst>
          </p:cNvPr>
          <p:cNvCxnSpPr>
            <a:cxnSpLocks/>
          </p:cNvCxnSpPr>
          <p:nvPr/>
        </p:nvCxnSpPr>
        <p:spPr>
          <a:xfrm flipV="1">
            <a:off x="4933890" y="2370989"/>
            <a:ext cx="2784663" cy="1171860"/>
          </a:xfrm>
          <a:prstGeom prst="bentConnector3">
            <a:avLst>
              <a:gd name="adj1" fmla="val 14612"/>
            </a:avLst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9" name="Graphic 68">
            <a:extLst>
              <a:ext uri="{FF2B5EF4-FFF2-40B4-BE49-F238E27FC236}">
                <a16:creationId xmlns:a16="http://schemas.microsoft.com/office/drawing/2014/main" id="{C31BFA72-4C33-4156-8F38-19557130B29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17492" y="4561529"/>
            <a:ext cx="457200" cy="4572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D6FE3670-E6C5-4F45-9F7F-418470DCD674}"/>
              </a:ext>
            </a:extLst>
          </p:cNvPr>
          <p:cNvSpPr txBox="1"/>
          <p:nvPr/>
        </p:nvSpPr>
        <p:spPr>
          <a:xfrm>
            <a:off x="6476977" y="5037615"/>
            <a:ext cx="1383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 Bucket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685020E2-86B4-4779-85DB-3228CA837553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>
            <a:off x="4971534" y="3542849"/>
            <a:ext cx="772732" cy="1245832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EC4A1E-EEBC-43DA-9240-49144537BAB1}"/>
              </a:ext>
            </a:extLst>
          </p:cNvPr>
          <p:cNvCxnSpPr>
            <a:stCxn id="47" idx="3"/>
            <a:endCxn id="69" idx="1"/>
          </p:cNvCxnSpPr>
          <p:nvPr/>
        </p:nvCxnSpPr>
        <p:spPr>
          <a:xfrm>
            <a:off x="6201466" y="4788681"/>
            <a:ext cx="716026" cy="1448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D0BED76-E008-42C7-9DFA-AB800518C062}"/>
              </a:ext>
            </a:extLst>
          </p:cNvPr>
          <p:cNvCxnSpPr>
            <a:cxnSpLocks/>
            <a:stCxn id="16" idx="3"/>
            <a:endCxn id="34" idx="1"/>
          </p:cNvCxnSpPr>
          <p:nvPr/>
        </p:nvCxnSpPr>
        <p:spPr>
          <a:xfrm>
            <a:off x="8043259" y="2370989"/>
            <a:ext cx="877635" cy="3867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4" name="Graphic 93">
            <a:extLst>
              <a:ext uri="{FF2B5EF4-FFF2-40B4-BE49-F238E27FC236}">
                <a16:creationId xmlns:a16="http://schemas.microsoft.com/office/drawing/2014/main" id="{7B7B9E6E-A07A-4E20-B4D4-D53E699DF58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518312" y="2510564"/>
            <a:ext cx="385242" cy="385242"/>
          </a:xfrm>
          <a:prstGeom prst="rect">
            <a:avLst/>
          </a:prstGeom>
        </p:spPr>
      </p:pic>
      <p:sp>
        <p:nvSpPr>
          <p:cNvPr id="96" name="TextBox 26">
            <a:extLst>
              <a:ext uri="{FF2B5EF4-FFF2-40B4-BE49-F238E27FC236}">
                <a16:creationId xmlns:a16="http://schemas.microsoft.com/office/drawing/2014/main" id="{9546FDFE-EDCF-479A-B4DE-0B0E4F225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3570" y="5333621"/>
            <a:ext cx="249072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Getaway vs. VPC Endpoint</a:t>
            </a:r>
          </a:p>
        </p:txBody>
      </p:sp>
    </p:spTree>
    <p:extLst>
      <p:ext uri="{BB962C8B-B14F-4D97-AF65-F5344CB8AC3E}">
        <p14:creationId xmlns:p14="http://schemas.microsoft.com/office/powerpoint/2010/main" val="225693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F9EDFC1-EEF3-4182-8D24-C91B432B236B}"/>
              </a:ext>
            </a:extLst>
          </p:cNvPr>
          <p:cNvSpPr/>
          <p:nvPr/>
        </p:nvSpPr>
        <p:spPr>
          <a:xfrm>
            <a:off x="1219586" y="1000815"/>
            <a:ext cx="4372235" cy="4689772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</a:rPr>
              <a:t>VPC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5DE608-A43F-4CE7-929F-38BB6F48E58A}"/>
              </a:ext>
            </a:extLst>
          </p:cNvPr>
          <p:cNvSpPr/>
          <p:nvPr/>
        </p:nvSpPr>
        <p:spPr>
          <a:xfrm>
            <a:off x="886211" y="435006"/>
            <a:ext cx="6522109" cy="545976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ysClr val="windowText" lastClr="000000"/>
                </a:solidFill>
              </a:rPr>
              <a:t>AWS Cloud Region </a:t>
            </a:r>
          </a:p>
        </p:txBody>
      </p:sp>
      <p:pic>
        <p:nvPicPr>
          <p:cNvPr id="37" name="Graphic 9">
            <a:extLst>
              <a:ext uri="{FF2B5EF4-FFF2-40B4-BE49-F238E27FC236}">
                <a16:creationId xmlns:a16="http://schemas.microsoft.com/office/drawing/2014/main" id="{56CD9865-EE8D-4225-BE73-7151BBA41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11" y="435006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Graphic 10">
            <a:extLst>
              <a:ext uri="{FF2B5EF4-FFF2-40B4-BE49-F238E27FC236}">
                <a16:creationId xmlns:a16="http://schemas.microsoft.com/office/drawing/2014/main" id="{19255749-793C-411F-BF44-589AB5672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411" y="997639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11">
            <a:extLst>
              <a:ext uri="{FF2B5EF4-FFF2-40B4-BE49-F238E27FC236}">
                <a16:creationId xmlns:a16="http://schemas.microsoft.com/office/drawing/2014/main" id="{5F08E1D5-5390-40BD-913F-14B46A48D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836" y="5391846"/>
            <a:ext cx="2006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10.0.0.0/16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67F7CDA-BA7D-4F3D-9E1E-354C998A9096}"/>
              </a:ext>
            </a:extLst>
          </p:cNvPr>
          <p:cNvSpPr/>
          <p:nvPr/>
        </p:nvSpPr>
        <p:spPr>
          <a:xfrm>
            <a:off x="1546612" y="1562752"/>
            <a:ext cx="2565338" cy="1716627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</a:rPr>
              <a:t>Public subnet</a:t>
            </a:r>
          </a:p>
        </p:txBody>
      </p:sp>
      <p:pic>
        <p:nvPicPr>
          <p:cNvPr id="41" name="Graphic 13">
            <a:extLst>
              <a:ext uri="{FF2B5EF4-FFF2-40B4-BE49-F238E27FC236}">
                <a16:creationId xmlns:a16="http://schemas.microsoft.com/office/drawing/2014/main" id="{6D79A7E5-ED3F-41F5-A3C2-6C956725C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611" y="1561308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Box 14">
            <a:extLst>
              <a:ext uri="{FF2B5EF4-FFF2-40B4-BE49-F238E27FC236}">
                <a16:creationId xmlns:a16="http://schemas.microsoft.com/office/drawing/2014/main" id="{DCBEB43F-5320-4DBD-834A-F0CBF4ABD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311" y="3001329"/>
            <a:ext cx="2006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10.0.0.0/24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86C54FC-989A-4C74-8DFF-84E85421A754}"/>
              </a:ext>
            </a:extLst>
          </p:cNvPr>
          <p:cNvSpPr/>
          <p:nvPr/>
        </p:nvSpPr>
        <p:spPr>
          <a:xfrm>
            <a:off x="1546613" y="3375577"/>
            <a:ext cx="2565337" cy="1650603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65" name="Graphic 35">
            <a:extLst>
              <a:ext uri="{FF2B5EF4-FFF2-40B4-BE49-F238E27FC236}">
                <a16:creationId xmlns:a16="http://schemas.microsoft.com/office/drawing/2014/main" id="{4E1FF85A-96BD-46A9-9F12-936F077B6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614" y="337399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4">
            <a:extLst>
              <a:ext uri="{FF2B5EF4-FFF2-40B4-BE49-F238E27FC236}">
                <a16:creationId xmlns:a16="http://schemas.microsoft.com/office/drawing/2014/main" id="{C42A5672-534D-4C3D-9AEB-7AA4BBB8D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9994" y="4720609"/>
            <a:ext cx="2006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10.0.1.0/24</a:t>
            </a:r>
          </a:p>
        </p:txBody>
      </p:sp>
      <p:pic>
        <p:nvPicPr>
          <p:cNvPr id="67" name="Graphic 12">
            <a:extLst>
              <a:ext uri="{FF2B5EF4-FFF2-40B4-BE49-F238E27FC236}">
                <a16:creationId xmlns:a16="http://schemas.microsoft.com/office/drawing/2014/main" id="{DC173692-5630-4048-93A5-BAAD16A66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985" y="2690012"/>
            <a:ext cx="683859" cy="683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TextBox 29">
            <a:extLst>
              <a:ext uri="{FF2B5EF4-FFF2-40B4-BE49-F238E27FC236}">
                <a16:creationId xmlns:a16="http://schemas.microsoft.com/office/drawing/2014/main" id="{96A82F94-E8AF-43DD-835D-572099F7F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5339" y="3322613"/>
            <a:ext cx="10731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Internet</a:t>
            </a:r>
          </a:p>
        </p:txBody>
      </p:sp>
      <p:sp>
        <p:nvSpPr>
          <p:cNvPr id="70" name="TextBox 54">
            <a:extLst>
              <a:ext uri="{FF2B5EF4-FFF2-40B4-BE49-F238E27FC236}">
                <a16:creationId xmlns:a16="http://schemas.microsoft.com/office/drawing/2014/main" id="{2388D757-BC97-4EC1-913C-754E6E665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7482" y="4260756"/>
            <a:ext cx="15128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Instance</a:t>
            </a:r>
          </a:p>
        </p:txBody>
      </p:sp>
      <p:pic>
        <p:nvPicPr>
          <p:cNvPr id="71" name="Graphic 66">
            <a:extLst>
              <a:ext uri="{FF2B5EF4-FFF2-40B4-BE49-F238E27FC236}">
                <a16:creationId xmlns:a16="http://schemas.microsoft.com/office/drawing/2014/main" id="{669DC54C-724E-4B93-9545-8411A85DB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711" y="382008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52">
            <a:extLst>
              <a:ext uri="{FF2B5EF4-FFF2-40B4-BE49-F238E27FC236}">
                <a16:creationId xmlns:a16="http://schemas.microsoft.com/office/drawing/2014/main" id="{0398D92C-35C8-408A-9FCC-1CDFB5303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305" y="2693971"/>
            <a:ext cx="15113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Instance</a:t>
            </a:r>
          </a:p>
        </p:txBody>
      </p:sp>
      <p:pic>
        <p:nvPicPr>
          <p:cNvPr id="73" name="Graphic 60">
            <a:extLst>
              <a:ext uri="{FF2B5EF4-FFF2-40B4-BE49-F238E27FC236}">
                <a16:creationId xmlns:a16="http://schemas.microsoft.com/office/drawing/2014/main" id="{007C0954-4B19-4627-A2AC-389D4CF73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316" y="217523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TextBox 25">
            <a:extLst>
              <a:ext uri="{FF2B5EF4-FFF2-40B4-BE49-F238E27FC236}">
                <a16:creationId xmlns:a16="http://schemas.microsoft.com/office/drawing/2014/main" id="{958DBE6F-4BBD-435E-9B80-78A671CAC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4965" y="5072240"/>
            <a:ext cx="16446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VPC Endpoint</a:t>
            </a:r>
          </a:p>
        </p:txBody>
      </p:sp>
      <p:pic>
        <p:nvPicPr>
          <p:cNvPr id="77" name="Graphic 29">
            <a:extLst>
              <a:ext uri="{FF2B5EF4-FFF2-40B4-BE49-F238E27FC236}">
                <a16:creationId xmlns:a16="http://schemas.microsoft.com/office/drawing/2014/main" id="{FF347772-9C3B-4A30-B5D0-09E0751C5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270" y="46150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TextBox 12">
            <a:extLst>
              <a:ext uri="{FF2B5EF4-FFF2-40B4-BE49-F238E27FC236}">
                <a16:creationId xmlns:a16="http://schemas.microsoft.com/office/drawing/2014/main" id="{A73A1FAB-7F44-48C7-8E66-5D0EAE204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536" y="3262766"/>
            <a:ext cx="14033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79" name="Graphic 10">
            <a:extLst>
              <a:ext uri="{FF2B5EF4-FFF2-40B4-BE49-F238E27FC236}">
                <a16:creationId xmlns:a16="http://schemas.microsoft.com/office/drawing/2014/main" id="{8351E436-97B0-4841-A3B2-31AF1F04A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496" y="279992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Box 21">
            <a:extLst>
              <a:ext uri="{FF2B5EF4-FFF2-40B4-BE49-F238E27FC236}">
                <a16:creationId xmlns:a16="http://schemas.microsoft.com/office/drawing/2014/main" id="{5060C0C2-AD50-4A92-B18C-F7347FF90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011" y="5115178"/>
            <a:ext cx="13827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 Bucket</a:t>
            </a:r>
          </a:p>
        </p:txBody>
      </p:sp>
      <p:pic>
        <p:nvPicPr>
          <p:cNvPr id="81" name="Graphic 14">
            <a:extLst>
              <a:ext uri="{FF2B5EF4-FFF2-40B4-BE49-F238E27FC236}">
                <a16:creationId xmlns:a16="http://schemas.microsoft.com/office/drawing/2014/main" id="{33770F0A-98C6-4E8A-9FAE-F3F3960EF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249" y="46150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5A0F959C-B495-4778-AD79-C49A5E082B30}"/>
              </a:ext>
            </a:extLst>
          </p:cNvPr>
          <p:cNvCxnSpPr>
            <a:cxnSpLocks/>
            <a:stCxn id="154" idx="3"/>
            <a:endCxn id="118" idx="0"/>
          </p:cNvCxnSpPr>
          <p:nvPr/>
        </p:nvCxnSpPr>
        <p:spPr>
          <a:xfrm>
            <a:off x="3526286" y="2403837"/>
            <a:ext cx="643074" cy="392056"/>
          </a:xfrm>
          <a:prstGeom prst="bentConnector2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B5879152-3CC7-43F7-9101-C68E0E1A8B16}"/>
              </a:ext>
            </a:extLst>
          </p:cNvPr>
          <p:cNvCxnSpPr>
            <a:cxnSpLocks/>
            <a:endCxn id="116" idx="0"/>
          </p:cNvCxnSpPr>
          <p:nvPr/>
        </p:nvCxnSpPr>
        <p:spPr>
          <a:xfrm>
            <a:off x="3174518" y="4084622"/>
            <a:ext cx="987213" cy="531031"/>
          </a:xfrm>
          <a:prstGeom prst="bentConnector2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97DB51E-92B4-4C36-A114-D38795B25017}"/>
              </a:ext>
            </a:extLst>
          </p:cNvPr>
          <p:cNvCxnSpPr>
            <a:stCxn id="77" idx="3"/>
            <a:endCxn id="81" idx="1"/>
          </p:cNvCxnSpPr>
          <p:nvPr/>
        </p:nvCxnSpPr>
        <p:spPr>
          <a:xfrm>
            <a:off x="5760470" y="4843640"/>
            <a:ext cx="843779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C738198-7D6F-4600-A1E8-7058F517CC40}"/>
              </a:ext>
            </a:extLst>
          </p:cNvPr>
          <p:cNvCxnSpPr>
            <a:cxnSpLocks/>
            <a:stCxn id="79" idx="3"/>
            <a:endCxn id="67" idx="1"/>
          </p:cNvCxnSpPr>
          <p:nvPr/>
        </p:nvCxnSpPr>
        <p:spPr>
          <a:xfrm>
            <a:off x="7602696" y="3028524"/>
            <a:ext cx="817289" cy="3418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5" name="TextBox 26">
            <a:extLst>
              <a:ext uri="{FF2B5EF4-FFF2-40B4-BE49-F238E27FC236}">
                <a16:creationId xmlns:a16="http://schemas.microsoft.com/office/drawing/2014/main" id="{A0FCE89E-1BC5-40C9-A9EE-1911BB271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731" y="5072853"/>
            <a:ext cx="226853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16" name="Graphic 31">
            <a:extLst>
              <a:ext uri="{FF2B5EF4-FFF2-40B4-BE49-F238E27FC236}">
                <a16:creationId xmlns:a16="http://schemas.microsoft.com/office/drawing/2014/main" id="{E49FF314-044C-4578-BD4D-0F6E693A0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131" y="461565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" name="TextBox 26">
            <a:extLst>
              <a:ext uri="{FF2B5EF4-FFF2-40B4-BE49-F238E27FC236}">
                <a16:creationId xmlns:a16="http://schemas.microsoft.com/office/drawing/2014/main" id="{44CB56C8-5365-4591-A5B8-789AA259B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9086" y="3270563"/>
            <a:ext cx="226853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18" name="Graphic 31">
            <a:extLst>
              <a:ext uri="{FF2B5EF4-FFF2-40B4-BE49-F238E27FC236}">
                <a16:creationId xmlns:a16="http://schemas.microsoft.com/office/drawing/2014/main" id="{058923D5-655F-4784-8195-CFFDAC877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760" y="279589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1A0788A-AA7F-408F-B288-C027C2C05902}"/>
              </a:ext>
            </a:extLst>
          </p:cNvPr>
          <p:cNvCxnSpPr>
            <a:cxnSpLocks/>
            <a:stCxn id="116" idx="3"/>
            <a:endCxn id="77" idx="1"/>
          </p:cNvCxnSpPr>
          <p:nvPr/>
        </p:nvCxnSpPr>
        <p:spPr>
          <a:xfrm flipV="1">
            <a:off x="4390331" y="4843640"/>
            <a:ext cx="912939" cy="613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A935AFBD-20BB-4CBE-A380-37E1BDD8A54C}"/>
              </a:ext>
            </a:extLst>
          </p:cNvPr>
          <p:cNvCxnSpPr>
            <a:cxnSpLocks/>
            <a:stCxn id="118" idx="3"/>
            <a:endCxn id="79" idx="1"/>
          </p:cNvCxnSpPr>
          <p:nvPr/>
        </p:nvCxnSpPr>
        <p:spPr>
          <a:xfrm>
            <a:off x="4397960" y="3024493"/>
            <a:ext cx="2747536" cy="403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3" name="TextBox 17">
            <a:extLst>
              <a:ext uri="{FF2B5EF4-FFF2-40B4-BE49-F238E27FC236}">
                <a16:creationId xmlns:a16="http://schemas.microsoft.com/office/drawing/2014/main" id="{52212773-5F20-446E-B2EF-06BC1AC6B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737" y="2712259"/>
            <a:ext cx="14033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54" name="Graphic 35">
            <a:extLst>
              <a:ext uri="{FF2B5EF4-FFF2-40B4-BE49-F238E27FC236}">
                <a16:creationId xmlns:a16="http://schemas.microsoft.com/office/drawing/2014/main" id="{0B93854A-583C-4A39-9E22-A2AFDAC67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086" y="217523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7EF74D6-F2C2-4DFE-AD0C-34D307370541}"/>
              </a:ext>
            </a:extLst>
          </p:cNvPr>
          <p:cNvCxnSpPr>
            <a:cxnSpLocks/>
            <a:stCxn id="73" idx="3"/>
            <a:endCxn id="154" idx="1"/>
          </p:cNvCxnSpPr>
          <p:nvPr/>
        </p:nvCxnSpPr>
        <p:spPr>
          <a:xfrm>
            <a:off x="2307516" y="2403837"/>
            <a:ext cx="761570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4" name="TextBox 26">
            <a:extLst>
              <a:ext uri="{FF2B5EF4-FFF2-40B4-BE49-F238E27FC236}">
                <a16:creationId xmlns:a16="http://schemas.microsoft.com/office/drawing/2014/main" id="{5D971A74-7384-4244-A19D-3FFF94667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7881" y="5482243"/>
            <a:ext cx="348497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Getaway vs. VPC Endpoint</a:t>
            </a:r>
          </a:p>
        </p:txBody>
      </p:sp>
    </p:spTree>
    <p:extLst>
      <p:ext uri="{BB962C8B-B14F-4D97-AF65-F5344CB8AC3E}">
        <p14:creationId xmlns:p14="http://schemas.microsoft.com/office/powerpoint/2010/main" val="102112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F9A133-1600-4F5D-81D0-CD7A44304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2020, Amazon Web Services, Inc. or its affiliates. All rights reserved.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EE6342-7064-4B9A-B9B6-500EF7830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1C588C1-1042-BC47-B84D-2032ED7FAC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F5FACB-8FB4-4F2E-BBF7-DCEA2DF8DD84}"/>
              </a:ext>
            </a:extLst>
          </p:cNvPr>
          <p:cNvSpPr/>
          <p:nvPr/>
        </p:nvSpPr>
        <p:spPr>
          <a:xfrm>
            <a:off x="1201831" y="885405"/>
            <a:ext cx="3680887" cy="3118424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</a:rPr>
              <a:t>VPC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733BFE-B0A9-4B0A-8546-97506733A60A}"/>
              </a:ext>
            </a:extLst>
          </p:cNvPr>
          <p:cNvSpPr/>
          <p:nvPr/>
        </p:nvSpPr>
        <p:spPr>
          <a:xfrm>
            <a:off x="868455" y="319597"/>
            <a:ext cx="9077595" cy="514867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ysClr val="windowText" lastClr="000000"/>
                </a:solidFill>
              </a:rPr>
              <a:t>AWS Cloud Region </a:t>
            </a:r>
          </a:p>
        </p:txBody>
      </p:sp>
      <p:pic>
        <p:nvPicPr>
          <p:cNvPr id="6" name="Graphic 9">
            <a:extLst>
              <a:ext uri="{FF2B5EF4-FFF2-40B4-BE49-F238E27FC236}">
                <a16:creationId xmlns:a16="http://schemas.microsoft.com/office/drawing/2014/main" id="{9FA86589-89F4-43AD-8E74-45FD6BAC2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56" y="319596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phic 10">
            <a:extLst>
              <a:ext uri="{FF2B5EF4-FFF2-40B4-BE49-F238E27FC236}">
                <a16:creationId xmlns:a16="http://schemas.microsoft.com/office/drawing/2014/main" id="{1F4E20D4-ACDE-4D61-9282-28314B3C9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656" y="882229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F37F44F0-D761-4860-8D00-A64170AFD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081" y="3726763"/>
            <a:ext cx="2006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10.0.0.0/16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8216B2-9876-4D47-B3AD-8A7A5885A685}"/>
              </a:ext>
            </a:extLst>
          </p:cNvPr>
          <p:cNvSpPr/>
          <p:nvPr/>
        </p:nvSpPr>
        <p:spPr>
          <a:xfrm>
            <a:off x="1528856" y="1444862"/>
            <a:ext cx="2954367" cy="2139237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</a:rPr>
              <a:t>Public subnet</a:t>
            </a:r>
          </a:p>
        </p:txBody>
      </p:sp>
      <p:pic>
        <p:nvPicPr>
          <p:cNvPr id="10" name="Graphic 13">
            <a:extLst>
              <a:ext uri="{FF2B5EF4-FFF2-40B4-BE49-F238E27FC236}">
                <a16:creationId xmlns:a16="http://schemas.microsoft.com/office/drawing/2014/main" id="{C679BF84-83E8-44E3-B6C5-61BB6B5E8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856" y="1445898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52">
            <a:extLst>
              <a:ext uri="{FF2B5EF4-FFF2-40B4-BE49-F238E27FC236}">
                <a16:creationId xmlns:a16="http://schemas.microsoft.com/office/drawing/2014/main" id="{E8DD1FCC-6946-47E3-8404-816F09D32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5950" y="2791927"/>
            <a:ext cx="15113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Instance</a:t>
            </a:r>
          </a:p>
        </p:txBody>
      </p:sp>
      <p:pic>
        <p:nvPicPr>
          <p:cNvPr id="20" name="Graphic 60">
            <a:extLst>
              <a:ext uri="{FF2B5EF4-FFF2-40B4-BE49-F238E27FC236}">
                <a16:creationId xmlns:a16="http://schemas.microsoft.com/office/drawing/2014/main" id="{1088FAA6-E2A5-4DC1-BB55-7BBE20C01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000" y="222349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Box 14">
            <a:extLst>
              <a:ext uri="{FF2B5EF4-FFF2-40B4-BE49-F238E27FC236}">
                <a16:creationId xmlns:a16="http://schemas.microsoft.com/office/drawing/2014/main" id="{2877A19B-5BEC-4CF8-90DD-BC6D6A91B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581" y="3356016"/>
            <a:ext cx="2006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10.0.0.0/24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5C4A560-6A68-428C-BB96-5579B68960E9}"/>
              </a:ext>
            </a:extLst>
          </p:cNvPr>
          <p:cNvSpPr/>
          <p:nvPr/>
        </p:nvSpPr>
        <p:spPr>
          <a:xfrm>
            <a:off x="2015231" y="1766944"/>
            <a:ext cx="2006600" cy="14643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E2CD1C3C-CC36-43A5-8D08-FACB38106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0243" y="5020339"/>
            <a:ext cx="13827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 Bucket</a:t>
            </a:r>
          </a:p>
        </p:txBody>
      </p:sp>
      <p:pic>
        <p:nvPicPr>
          <p:cNvPr id="43" name="Graphic 14">
            <a:extLst>
              <a:ext uri="{FF2B5EF4-FFF2-40B4-BE49-F238E27FC236}">
                <a16:creationId xmlns:a16="http://schemas.microsoft.com/office/drawing/2014/main" id="{63F5EE3A-50CE-4FCF-B98A-1F358E5A3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000" y="450781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5061A4A-9DE0-478E-A1C0-8EF4765E3F8C}"/>
              </a:ext>
            </a:extLst>
          </p:cNvPr>
          <p:cNvCxnSpPr>
            <a:cxnSpLocks/>
            <a:stCxn id="19" idx="2"/>
            <a:endCxn id="43" idx="0"/>
          </p:cNvCxnSpPr>
          <p:nvPr/>
        </p:nvCxnSpPr>
        <p:spPr>
          <a:xfrm>
            <a:off x="3001600" y="3053864"/>
            <a:ext cx="0" cy="1453954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967AAED-1DC4-4B80-BA78-6251AA464779}"/>
              </a:ext>
            </a:extLst>
          </p:cNvPr>
          <p:cNvSpPr/>
          <p:nvPr/>
        </p:nvSpPr>
        <p:spPr>
          <a:xfrm>
            <a:off x="5832778" y="1389726"/>
            <a:ext cx="2471624" cy="214298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Instance Profile</a:t>
            </a:r>
          </a:p>
        </p:txBody>
      </p:sp>
      <p:sp>
        <p:nvSpPr>
          <p:cNvPr id="50" name="TextBox 29">
            <a:extLst>
              <a:ext uri="{FF2B5EF4-FFF2-40B4-BE49-F238E27FC236}">
                <a16:creationId xmlns:a16="http://schemas.microsoft.com/office/drawing/2014/main" id="{59F4B019-52DF-4C35-B38B-53375DF4B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3357" y="2656299"/>
            <a:ext cx="16859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IAM Role</a:t>
            </a:r>
          </a:p>
        </p:txBody>
      </p:sp>
      <p:pic>
        <p:nvPicPr>
          <p:cNvPr id="51" name="Graphic 49">
            <a:extLst>
              <a:ext uri="{FF2B5EF4-FFF2-40B4-BE49-F238E27FC236}">
                <a16:creationId xmlns:a16="http://schemas.microsoft.com/office/drawing/2014/main" id="{58A6EBE8-9907-41C4-9FD6-50B0526F3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957" y="223261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Graphic 43">
            <a:extLst>
              <a:ext uri="{FF2B5EF4-FFF2-40B4-BE49-F238E27FC236}">
                <a16:creationId xmlns:a16="http://schemas.microsoft.com/office/drawing/2014/main" id="{5BF9292A-55F3-4373-A39D-D7E8577AB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943" y="222349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TextBox 29">
            <a:extLst>
              <a:ext uri="{FF2B5EF4-FFF2-40B4-BE49-F238E27FC236}">
                <a16:creationId xmlns:a16="http://schemas.microsoft.com/office/drawing/2014/main" id="{342D300E-65AC-4DCF-96C1-40373F2FB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6204" y="2662156"/>
            <a:ext cx="16859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Temporary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Credentials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BA40942-BF53-4631-849D-32C2AA8A48E9}"/>
              </a:ext>
            </a:extLst>
          </p:cNvPr>
          <p:cNvCxnSpPr>
            <a:cxnSpLocks/>
            <a:stCxn id="52" idx="1"/>
            <a:endCxn id="20" idx="3"/>
          </p:cNvCxnSpPr>
          <p:nvPr/>
        </p:nvCxnSpPr>
        <p:spPr>
          <a:xfrm flipH="1">
            <a:off x="3230200" y="2452097"/>
            <a:ext cx="3114743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DBB5DAE-B03C-454F-88D5-CBBB0E5FD744}"/>
              </a:ext>
            </a:extLst>
          </p:cNvPr>
          <p:cNvCxnSpPr>
            <a:cxnSpLocks/>
            <a:stCxn id="51" idx="1"/>
            <a:endCxn id="52" idx="3"/>
          </p:cNvCxnSpPr>
          <p:nvPr/>
        </p:nvCxnSpPr>
        <p:spPr>
          <a:xfrm flipH="1" flipV="1">
            <a:off x="6802143" y="2452097"/>
            <a:ext cx="561814" cy="912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A88D0-B62A-47E5-BC20-2D7758922981}"/>
              </a:ext>
            </a:extLst>
          </p:cNvPr>
          <p:cNvCxnSpPr>
            <a:cxnSpLocks/>
            <a:stCxn id="64" idx="1"/>
            <a:endCxn id="51" idx="3"/>
          </p:cNvCxnSpPr>
          <p:nvPr/>
        </p:nvCxnSpPr>
        <p:spPr>
          <a:xfrm flipH="1" flipV="1">
            <a:off x="7821157" y="2461218"/>
            <a:ext cx="1075469" cy="186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TextBox 21">
            <a:extLst>
              <a:ext uri="{FF2B5EF4-FFF2-40B4-BE49-F238E27FC236}">
                <a16:creationId xmlns:a16="http://schemas.microsoft.com/office/drawing/2014/main" id="{5516D782-09F5-4B30-91F0-B62B0C900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2212" y="2680697"/>
            <a:ext cx="14938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IAM Policy</a:t>
            </a:r>
          </a:p>
        </p:txBody>
      </p:sp>
      <p:pic>
        <p:nvPicPr>
          <p:cNvPr id="64" name="Graphic 35">
            <a:extLst>
              <a:ext uri="{FF2B5EF4-FFF2-40B4-BE49-F238E27FC236}">
                <a16:creationId xmlns:a16="http://schemas.microsoft.com/office/drawing/2014/main" id="{35BFEFD0-6761-4426-80A2-34D100EC8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626" y="223447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TextBox 26">
            <a:extLst>
              <a:ext uri="{FF2B5EF4-FFF2-40B4-BE49-F238E27FC236}">
                <a16:creationId xmlns:a16="http://schemas.microsoft.com/office/drawing/2014/main" id="{C054AC93-2A71-4175-8F53-836BA4C59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6204" y="4642893"/>
            <a:ext cx="379334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AMD Role and Instance Profiles</a:t>
            </a:r>
          </a:p>
        </p:txBody>
      </p:sp>
    </p:spTree>
    <p:extLst>
      <p:ext uri="{BB962C8B-B14F-4D97-AF65-F5344CB8AC3E}">
        <p14:creationId xmlns:p14="http://schemas.microsoft.com/office/powerpoint/2010/main" val="2077292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B951EB-076F-4051-B3CF-E410B6FEB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2020, Amazon Web Services, Inc. or its affiliates. All rights reserved.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23966F-6E5A-4E0D-A8D8-21CB091C7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1C588C1-1042-BC47-B84D-2032ED7FAC95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AA2CC5A0-5CE2-454A-B2FE-47232DB2C908}"/>
              </a:ext>
            </a:extLst>
          </p:cNvPr>
          <p:cNvGrpSpPr>
            <a:grpSpLocks/>
          </p:cNvGrpSpPr>
          <p:nvPr/>
        </p:nvGrpSpPr>
        <p:grpSpPr bwMode="auto">
          <a:xfrm>
            <a:off x="1970843" y="321884"/>
            <a:ext cx="8085477" cy="5634416"/>
            <a:chOff x="3963647" y="1129248"/>
            <a:chExt cx="7209450" cy="468633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7CBEB1-D4C3-4B9B-9833-7CAEF07670D5}"/>
                </a:ext>
              </a:extLst>
            </p:cNvPr>
            <p:cNvSpPr/>
            <p:nvPr/>
          </p:nvSpPr>
          <p:spPr>
            <a:xfrm>
              <a:off x="4036662" y="1880499"/>
              <a:ext cx="6857073" cy="3783117"/>
            </a:xfrm>
            <a:prstGeom prst="rect">
              <a:avLst/>
            </a:prstGeom>
            <a:noFill/>
            <a:ln w="12700">
              <a:solidFill>
                <a:srgbClr val="1E8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n w="0"/>
                  <a:solidFill>
                    <a:srgbClr val="1E8900"/>
                  </a:solidFill>
                </a:rPr>
                <a:t>VPC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3472932-A290-46CA-87BC-38A2029A6662}"/>
                </a:ext>
              </a:extLst>
            </p:cNvPr>
            <p:cNvSpPr/>
            <p:nvPr/>
          </p:nvSpPr>
          <p:spPr>
            <a:xfrm>
              <a:off x="3963647" y="1129248"/>
              <a:ext cx="7209450" cy="468633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ysClr val="windowText" lastClr="000000"/>
                  </a:solidFill>
                </a:rPr>
                <a:t>AWS Cloud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17D2DA8-DAD6-4711-BF36-A5ADEE5B5EF5}"/>
                </a:ext>
              </a:extLst>
            </p:cNvPr>
            <p:cNvSpPr/>
            <p:nvPr/>
          </p:nvSpPr>
          <p:spPr>
            <a:xfrm>
              <a:off x="4412849" y="1619790"/>
              <a:ext cx="2095217" cy="4107161"/>
            </a:xfrm>
            <a:prstGeom prst="rect">
              <a:avLst/>
            </a:prstGeom>
            <a:noFill/>
            <a:ln w="12700">
              <a:solidFill>
                <a:srgbClr val="5B9C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5B9CD5"/>
                  </a:solidFill>
                </a:rPr>
                <a:t>us-east-1a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3F7B90B-CDB8-44CA-99D7-91AAF9F97393}"/>
                </a:ext>
              </a:extLst>
            </p:cNvPr>
            <p:cNvSpPr/>
            <p:nvPr/>
          </p:nvSpPr>
          <p:spPr>
            <a:xfrm>
              <a:off x="5411183" y="2445057"/>
              <a:ext cx="4070123" cy="841778"/>
            </a:xfrm>
            <a:prstGeom prst="rect">
              <a:avLst/>
            </a:prstGeom>
            <a:noFill/>
            <a:ln w="12700">
              <a:solidFill>
                <a:srgbClr val="D86613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dirty="0">
                <a:solidFill>
                  <a:srgbClr val="D86613"/>
                </a:solidFill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dirty="0">
                <a:solidFill>
                  <a:srgbClr val="D86613"/>
                </a:solidFill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dirty="0">
                <a:solidFill>
                  <a:srgbClr val="D86613"/>
                </a:solidFill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D86613"/>
                  </a:solidFill>
                </a:rPr>
                <a:t>Auto Scaling Group</a:t>
              </a:r>
            </a:p>
          </p:txBody>
        </p:sp>
        <p:pic>
          <p:nvPicPr>
            <p:cNvPr id="34" name="Graphic 8">
              <a:extLst>
                <a:ext uri="{FF2B5EF4-FFF2-40B4-BE49-F238E27FC236}">
                  <a16:creationId xmlns:a16="http://schemas.microsoft.com/office/drawing/2014/main" id="{D24723E7-4BC1-4B65-8726-97D813EB81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3647" y="1129248"/>
              <a:ext cx="330155" cy="330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Graphic 9">
              <a:extLst>
                <a:ext uri="{FF2B5EF4-FFF2-40B4-BE49-F238E27FC236}">
                  <a16:creationId xmlns:a16="http://schemas.microsoft.com/office/drawing/2014/main" id="{0D29AC5C-05FA-45E9-B316-8863A5D27F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6662" y="1884235"/>
              <a:ext cx="330155" cy="330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5AF21D3-9D82-41C8-B649-34DF90C308FF}"/>
                </a:ext>
              </a:extLst>
            </p:cNvPr>
            <p:cNvSpPr/>
            <p:nvPr/>
          </p:nvSpPr>
          <p:spPr>
            <a:xfrm>
              <a:off x="8614393" y="1619789"/>
              <a:ext cx="2034045" cy="4107160"/>
            </a:xfrm>
            <a:prstGeom prst="rect">
              <a:avLst/>
            </a:prstGeom>
            <a:noFill/>
            <a:ln w="12700">
              <a:solidFill>
                <a:srgbClr val="5B9C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5B9CD5"/>
                  </a:solidFill>
                </a:rPr>
                <a:t>us-east-1b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A5E43B4-5EEF-497D-8363-1AEE1EF52762}"/>
                </a:ext>
              </a:extLst>
            </p:cNvPr>
            <p:cNvSpPr/>
            <p:nvPr/>
          </p:nvSpPr>
          <p:spPr>
            <a:xfrm>
              <a:off x="5445004" y="3994875"/>
              <a:ext cx="4099285" cy="869829"/>
            </a:xfrm>
            <a:prstGeom prst="rect">
              <a:avLst/>
            </a:prstGeom>
            <a:noFill/>
            <a:ln w="12700">
              <a:solidFill>
                <a:srgbClr val="D86613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dirty="0">
                <a:solidFill>
                  <a:srgbClr val="D86613"/>
                </a:solidFill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dirty="0">
                <a:solidFill>
                  <a:srgbClr val="D86613"/>
                </a:solidFill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br>
                <a:rPr lang="en-US" sz="1400" dirty="0">
                  <a:solidFill>
                    <a:srgbClr val="D86613"/>
                  </a:solidFill>
                </a:rPr>
              </a:br>
              <a:r>
                <a:rPr lang="en-US" sz="1400" dirty="0">
                  <a:solidFill>
                    <a:srgbClr val="D86613"/>
                  </a:solidFill>
                </a:rPr>
                <a:t>Auto Scaling Group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404734E4-542A-48CE-8D1B-A221EF8D0657}"/>
              </a:ext>
            </a:extLst>
          </p:cNvPr>
          <p:cNvSpPr/>
          <p:nvPr/>
        </p:nvSpPr>
        <p:spPr>
          <a:xfrm>
            <a:off x="2655486" y="1623620"/>
            <a:ext cx="1973664" cy="14875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</a:rPr>
              <a:t>Public subnet</a:t>
            </a:r>
          </a:p>
        </p:txBody>
      </p:sp>
      <p:pic>
        <p:nvPicPr>
          <p:cNvPr id="54" name="Graphic 13">
            <a:extLst>
              <a:ext uri="{FF2B5EF4-FFF2-40B4-BE49-F238E27FC236}">
                <a16:creationId xmlns:a16="http://schemas.microsoft.com/office/drawing/2014/main" id="{CD032FFD-FB0D-4A1E-B7A4-05CE6CBAD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703" y="1627724"/>
            <a:ext cx="216274" cy="217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B01BF30D-8F14-4F66-A26F-D1C847E8FDBC}"/>
              </a:ext>
            </a:extLst>
          </p:cNvPr>
          <p:cNvSpPr/>
          <p:nvPr/>
        </p:nvSpPr>
        <p:spPr>
          <a:xfrm>
            <a:off x="7296146" y="1623620"/>
            <a:ext cx="1973664" cy="1449153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</a:rPr>
              <a:t>Public subnet</a:t>
            </a:r>
          </a:p>
        </p:txBody>
      </p:sp>
      <p:pic>
        <p:nvPicPr>
          <p:cNvPr id="58" name="Graphic 13">
            <a:extLst>
              <a:ext uri="{FF2B5EF4-FFF2-40B4-BE49-F238E27FC236}">
                <a16:creationId xmlns:a16="http://schemas.microsoft.com/office/drawing/2014/main" id="{1F84D430-96AA-4C61-BB94-614595BC3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146" y="1627723"/>
            <a:ext cx="216274" cy="217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AD320FEE-8363-4697-99FB-2BCB48BDE045}"/>
              </a:ext>
            </a:extLst>
          </p:cNvPr>
          <p:cNvSpPr/>
          <p:nvPr/>
        </p:nvSpPr>
        <p:spPr>
          <a:xfrm>
            <a:off x="2655486" y="3217684"/>
            <a:ext cx="1974129" cy="2506576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C58B392-B3FF-4E79-8793-BB704180C8AC}"/>
              </a:ext>
            </a:extLst>
          </p:cNvPr>
          <p:cNvSpPr/>
          <p:nvPr/>
        </p:nvSpPr>
        <p:spPr>
          <a:xfrm>
            <a:off x="7301796" y="3245662"/>
            <a:ext cx="2021275" cy="2491643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63" name="Graphic 25">
            <a:extLst>
              <a:ext uri="{FF2B5EF4-FFF2-40B4-BE49-F238E27FC236}">
                <a16:creationId xmlns:a16="http://schemas.microsoft.com/office/drawing/2014/main" id="{E8981C7E-9B07-47AF-A678-50DDCFC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247" y="2110714"/>
            <a:ext cx="471427" cy="471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Graphic 17">
            <a:extLst>
              <a:ext uri="{FF2B5EF4-FFF2-40B4-BE49-F238E27FC236}">
                <a16:creationId xmlns:a16="http://schemas.microsoft.com/office/drawing/2014/main" id="{135E2DAC-A602-42B8-807C-78AF0963B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022" y="2088612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TextBox 18">
            <a:extLst>
              <a:ext uri="{FF2B5EF4-FFF2-40B4-BE49-F238E27FC236}">
                <a16:creationId xmlns:a16="http://schemas.microsoft.com/office/drawing/2014/main" id="{414E30FF-9B8F-4389-BC81-5D80AF1F5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5200" y="2544060"/>
            <a:ext cx="1767152" cy="30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232F3E"/>
                </a:solidFill>
              </a:rPr>
              <a:t>Bastion</a:t>
            </a:r>
          </a:p>
        </p:txBody>
      </p:sp>
      <p:pic>
        <p:nvPicPr>
          <p:cNvPr id="66" name="Graphic 17">
            <a:extLst>
              <a:ext uri="{FF2B5EF4-FFF2-40B4-BE49-F238E27FC236}">
                <a16:creationId xmlns:a16="http://schemas.microsoft.com/office/drawing/2014/main" id="{EC9973D9-BDB3-485B-9CEB-20668F368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981" y="2103609"/>
            <a:ext cx="469900" cy="46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sp>
        <p:nvSpPr>
          <p:cNvPr id="67" name="TextBox 18">
            <a:extLst>
              <a:ext uri="{FF2B5EF4-FFF2-40B4-BE49-F238E27FC236}">
                <a16:creationId xmlns:a16="http://schemas.microsoft.com/office/drawing/2014/main" id="{543E4E59-E223-497E-AE15-D54A6A431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344" y="2548358"/>
            <a:ext cx="1767152" cy="30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232F3E"/>
                </a:solidFill>
              </a:rPr>
              <a:t>Bastion</a:t>
            </a:r>
          </a:p>
        </p:txBody>
      </p:sp>
      <p:pic>
        <p:nvPicPr>
          <p:cNvPr id="69" name="Graphic 25">
            <a:extLst>
              <a:ext uri="{FF2B5EF4-FFF2-40B4-BE49-F238E27FC236}">
                <a16:creationId xmlns:a16="http://schemas.microsoft.com/office/drawing/2014/main" id="{46DA8753-6B13-4713-9765-D7A5349F8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247" y="3993490"/>
            <a:ext cx="471427" cy="471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6">
            <a:extLst>
              <a:ext uri="{FF2B5EF4-FFF2-40B4-BE49-F238E27FC236}">
                <a16:creationId xmlns:a16="http://schemas.microsoft.com/office/drawing/2014/main" id="{58454E4B-B1B4-422D-AFB6-1A33F02DB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3381334" y="4966808"/>
            <a:ext cx="471427" cy="471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Graphic 35">
            <a:extLst>
              <a:ext uri="{FF2B5EF4-FFF2-40B4-BE49-F238E27FC236}">
                <a16:creationId xmlns:a16="http://schemas.microsoft.com/office/drawing/2014/main" id="{2C4EB351-8B9D-4597-9471-FF8F1D335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486" y="3213071"/>
            <a:ext cx="215928" cy="215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" name="Graphic 35">
            <a:extLst>
              <a:ext uri="{FF2B5EF4-FFF2-40B4-BE49-F238E27FC236}">
                <a16:creationId xmlns:a16="http://schemas.microsoft.com/office/drawing/2014/main" id="{E0C92964-D7C6-4825-A4CB-9DF12F7A0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796" y="3244661"/>
            <a:ext cx="215928" cy="215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>
            <a:extLst>
              <a:ext uri="{FF2B5EF4-FFF2-40B4-BE49-F238E27FC236}">
                <a16:creationId xmlns:a16="http://schemas.microsoft.com/office/drawing/2014/main" id="{9546A2E0-30A2-49B7-B6F4-9EB3B5EC0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8010737" y="4956207"/>
            <a:ext cx="471427" cy="471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" name="Graphic 17">
            <a:extLst>
              <a:ext uri="{FF2B5EF4-FFF2-40B4-BE49-F238E27FC236}">
                <a16:creationId xmlns:a16="http://schemas.microsoft.com/office/drawing/2014/main" id="{75BDF6D1-BFE0-4745-80B3-6677F2553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112" y="3948569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TextBox 18">
            <a:extLst>
              <a:ext uri="{FF2B5EF4-FFF2-40B4-BE49-F238E27FC236}">
                <a16:creationId xmlns:a16="http://schemas.microsoft.com/office/drawing/2014/main" id="{3C37082D-5422-4EDF-81A1-E50EA79E2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85" y="4393939"/>
            <a:ext cx="1767152" cy="30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232F3E"/>
                </a:solidFill>
              </a:rPr>
              <a:t>EC2</a:t>
            </a:r>
          </a:p>
        </p:txBody>
      </p:sp>
      <p:pic>
        <p:nvPicPr>
          <p:cNvPr id="77" name="Graphic 17">
            <a:extLst>
              <a:ext uri="{FF2B5EF4-FFF2-40B4-BE49-F238E27FC236}">
                <a16:creationId xmlns:a16="http://schemas.microsoft.com/office/drawing/2014/main" id="{D094C8B1-372D-4A8A-8042-43BCAC8AD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981" y="3929191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TextBox 18">
            <a:extLst>
              <a:ext uri="{FF2B5EF4-FFF2-40B4-BE49-F238E27FC236}">
                <a16:creationId xmlns:a16="http://schemas.microsoft.com/office/drawing/2014/main" id="{BF87313D-2EC9-47B3-802B-50528B84D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5754" y="4374561"/>
            <a:ext cx="17671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400" dirty="0">
                <a:solidFill>
                  <a:srgbClr val="232F3E"/>
                </a:solidFill>
              </a:rPr>
              <a:t>EC2</a:t>
            </a:r>
          </a:p>
        </p:txBody>
      </p:sp>
      <p:sp>
        <p:nvSpPr>
          <p:cNvPr id="79" name="TextBox 18">
            <a:extLst>
              <a:ext uri="{FF2B5EF4-FFF2-40B4-BE49-F238E27FC236}">
                <a16:creationId xmlns:a16="http://schemas.microsoft.com/office/drawing/2014/main" id="{A02C402D-4F1F-4FCB-97F8-2417D16A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5499" y="5429530"/>
            <a:ext cx="1767152" cy="30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232F3E"/>
                </a:solidFill>
              </a:rPr>
              <a:t>RDS Master</a:t>
            </a:r>
          </a:p>
        </p:txBody>
      </p:sp>
      <p:sp>
        <p:nvSpPr>
          <p:cNvPr id="80" name="TextBox 18">
            <a:extLst>
              <a:ext uri="{FF2B5EF4-FFF2-40B4-BE49-F238E27FC236}">
                <a16:creationId xmlns:a16="http://schemas.microsoft.com/office/drawing/2014/main" id="{92ECBEFA-E9C0-44D6-9A84-6B68A1590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9074" y="5416485"/>
            <a:ext cx="1767152" cy="30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232F3E"/>
                </a:solidFill>
              </a:rPr>
              <a:t>RDS Read Replica</a:t>
            </a:r>
          </a:p>
        </p:txBody>
      </p:sp>
      <p:sp>
        <p:nvSpPr>
          <p:cNvPr id="81" name="TextBox 19">
            <a:extLst>
              <a:ext uri="{FF2B5EF4-FFF2-40B4-BE49-F238E27FC236}">
                <a16:creationId xmlns:a16="http://schemas.microsoft.com/office/drawing/2014/main" id="{8051B9BD-8F34-46E6-B484-6206AC69E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2354" y="3468677"/>
            <a:ext cx="559211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ALB</a:t>
            </a:r>
          </a:p>
        </p:txBody>
      </p:sp>
      <p:pic>
        <p:nvPicPr>
          <p:cNvPr id="82" name="Graphic 8">
            <a:extLst>
              <a:ext uri="{FF2B5EF4-FFF2-40B4-BE49-F238E27FC236}">
                <a16:creationId xmlns:a16="http://schemas.microsoft.com/office/drawing/2014/main" id="{4A28A54C-0F4F-414B-A985-205E7E2DC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271" y="303526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TextBox 12">
            <a:extLst>
              <a:ext uri="{FF2B5EF4-FFF2-40B4-BE49-F238E27FC236}">
                <a16:creationId xmlns:a16="http://schemas.microsoft.com/office/drawing/2014/main" id="{B33AE8D4-6C8D-4D79-8C42-6BBE9DF28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5" y="1459740"/>
            <a:ext cx="14033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84" name="Graphic 10">
            <a:extLst>
              <a:ext uri="{FF2B5EF4-FFF2-40B4-BE49-F238E27FC236}">
                <a16:creationId xmlns:a16="http://schemas.microsoft.com/office/drawing/2014/main" id="{DE792AD5-2C67-4ABC-82D1-591DF63E3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05310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1B4FC85-C921-463F-ACF6-F51F70C5D44D}"/>
              </a:ext>
            </a:extLst>
          </p:cNvPr>
          <p:cNvCxnSpPr>
            <a:stCxn id="81" idx="2"/>
            <a:endCxn id="69" idx="0"/>
          </p:cNvCxnSpPr>
          <p:nvPr/>
        </p:nvCxnSpPr>
        <p:spPr>
          <a:xfrm>
            <a:off x="5871960" y="3730615"/>
            <a:ext cx="1" cy="262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0" name="Graphic 15">
            <a:extLst>
              <a:ext uri="{FF2B5EF4-FFF2-40B4-BE49-F238E27FC236}">
                <a16:creationId xmlns:a16="http://schemas.microsoft.com/office/drawing/2014/main" id="{C7E051B8-5347-4B76-A99D-464A2C3C4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7088" y="2097329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TextBox 16">
            <a:extLst>
              <a:ext uri="{FF2B5EF4-FFF2-40B4-BE49-F238E27FC236}">
                <a16:creationId xmlns:a16="http://schemas.microsoft.com/office/drawing/2014/main" id="{21AC8AEC-2863-415F-99B5-F9E3E4E1B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8585" y="2566547"/>
            <a:ext cx="17671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232F3E"/>
                </a:solidFill>
              </a:rPr>
              <a:t>NAT</a:t>
            </a:r>
          </a:p>
        </p:txBody>
      </p:sp>
      <p:pic>
        <p:nvPicPr>
          <p:cNvPr id="95" name="Graphic 16">
            <a:extLst>
              <a:ext uri="{FF2B5EF4-FFF2-40B4-BE49-F238E27FC236}">
                <a16:creationId xmlns:a16="http://schemas.microsoft.com/office/drawing/2014/main" id="{C8F0611A-B4E8-4E5E-9D46-1B740A295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415" y="398611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18">
            <a:extLst>
              <a:ext uri="{FF2B5EF4-FFF2-40B4-BE49-F238E27FC236}">
                <a16:creationId xmlns:a16="http://schemas.microsoft.com/office/drawing/2014/main" id="{1C95E3E7-7283-43E1-B51D-558985D7D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623" y="4434779"/>
            <a:ext cx="1767152" cy="30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232F3E"/>
                </a:solidFill>
              </a:rPr>
              <a:t>EBS Volume</a:t>
            </a:r>
          </a:p>
        </p:txBody>
      </p:sp>
      <p:sp>
        <p:nvSpPr>
          <p:cNvPr id="97" name="TextBox 26">
            <a:extLst>
              <a:ext uri="{FF2B5EF4-FFF2-40B4-BE49-F238E27FC236}">
                <a16:creationId xmlns:a16="http://schemas.microsoft.com/office/drawing/2014/main" id="{0242AFAE-945E-4342-BA6A-A1ED551F4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5231" y="6274506"/>
            <a:ext cx="379334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Simple webapp with bastion host and RDS</a:t>
            </a:r>
          </a:p>
        </p:txBody>
      </p:sp>
    </p:spTree>
    <p:extLst>
      <p:ext uri="{BB962C8B-B14F-4D97-AF65-F5344CB8AC3E}">
        <p14:creationId xmlns:p14="http://schemas.microsoft.com/office/powerpoint/2010/main" val="615231852"/>
      </p:ext>
    </p:extLst>
  </p:cSld>
  <p:clrMapOvr>
    <a:masterClrMapping/>
  </p:clrMapOvr>
</p:sld>
</file>

<file path=ppt/theme/theme1.xml><?xml version="1.0" encoding="utf-8"?>
<a:theme xmlns:a="http://schemas.openxmlformats.org/drawingml/2006/main" name="Title-and-content_DB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-and-Content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  <wetp:taskpane dockstate="right" visibility="0" width="350" row="8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6FD5BBE-224B-4FEF-A5FC-55D7F6C6D5A0}">
  <we:reference id="wa104379279" version="2.1.0.0" store="en-US" storeType="OMEX"/>
  <we:alternateReferences>
    <we:reference id="wa104379279" version="2.1.0.0" store="WA104379279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0F2700B-A045-4D79-8E82-0616F80DFC78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AWS-Architecture-Icons-Deck_For-Dark-BG_20200911</Template>
  <TotalTime>2119</TotalTime>
  <Words>283</Words>
  <Application>Microsoft Office PowerPoint</Application>
  <PresentationFormat>Widescreen</PresentationFormat>
  <Paragraphs>122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Title-and-content_DB</vt:lpstr>
      <vt:lpstr>Title-and-Content</vt:lpstr>
      <vt:lpstr>System elements</vt:lpstr>
      <vt:lpstr>System elements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elements</dc:title>
  <dc:creator>Michal Zelezniak</dc:creator>
  <cp:lastModifiedBy>Michal Zelezniak</cp:lastModifiedBy>
  <cp:revision>34</cp:revision>
  <dcterms:created xsi:type="dcterms:W3CDTF">2020-11-28T14:50:30Z</dcterms:created>
  <dcterms:modified xsi:type="dcterms:W3CDTF">2020-11-30T02:09:47Z</dcterms:modified>
</cp:coreProperties>
</file>